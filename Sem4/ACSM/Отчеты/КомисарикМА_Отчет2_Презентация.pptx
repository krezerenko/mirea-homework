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Komi" initials="MK" lastIdx="1" clrIdx="0">
    <p:extLst>
      <p:ext uri="{19B8F6BF-5375-455C-9EA6-DF929625EA0E}">
        <p15:presenceInfo xmlns:p15="http://schemas.microsoft.com/office/powerpoint/2012/main" userId="9a35ea4ece128d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34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16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0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35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59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9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84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6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70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50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194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081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128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2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619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26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EF728-5382-4CEE-BC93-55428DBF44B5}" type="datetimeFigureOut">
              <a:rPr lang="ru-RU" smtClean="0"/>
              <a:t>25.02.2025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B1A027A-D503-439A-99B3-9FC14E283F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91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12E5C-A21B-4C0B-A7D9-68578586E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№2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F907A1-FD14-476C-B195-673DB5239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32934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 дисциплине «Анализ и концептуальное моделирование систем»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Выполнил студент группы ИКБО-20-23</a:t>
            </a:r>
          </a:p>
          <a:p>
            <a:r>
              <a:rPr lang="ru-RU" dirty="0"/>
              <a:t>Комисарик М.А.</a:t>
            </a:r>
          </a:p>
        </p:txBody>
      </p:sp>
    </p:spTree>
    <p:extLst>
      <p:ext uri="{BB962C8B-B14F-4D97-AF65-F5344CB8AC3E}">
        <p14:creationId xmlns:p14="http://schemas.microsoft.com/office/powerpoint/2010/main" val="60079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74BE3-7A98-4C5F-84E1-A244C871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1: Диаграмма вариантов использования по описанию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598009E-C3B3-4355-BED0-59E2A40E3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97" y="2366963"/>
            <a:ext cx="5404086" cy="3881437"/>
          </a:xfrm>
        </p:spPr>
      </p:pic>
    </p:spTree>
    <p:extLst>
      <p:ext uri="{BB962C8B-B14F-4D97-AF65-F5344CB8AC3E}">
        <p14:creationId xmlns:p14="http://schemas.microsoft.com/office/powerpoint/2010/main" val="406841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7AEB3-1BC0-4F41-ACC2-21ADBB56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06" y="313967"/>
            <a:ext cx="8596668" cy="1320800"/>
          </a:xfrm>
        </p:spPr>
        <p:txBody>
          <a:bodyPr/>
          <a:lstStyle/>
          <a:p>
            <a:r>
              <a:rPr lang="ru-RU" dirty="0"/>
              <a:t>Задание 1: Таблица отношений вариантов использования по описанию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BC1D9967-AD5B-4361-B272-B0DD00B3E0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74671"/>
              </p:ext>
            </p:extLst>
          </p:nvPr>
        </p:nvGraphicFramePr>
        <p:xfrm>
          <a:off x="859398" y="1698171"/>
          <a:ext cx="8655861" cy="4949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287">
                  <a:extLst>
                    <a:ext uri="{9D8B030D-6E8A-4147-A177-3AD203B41FA5}">
                      <a16:colId xmlns:a16="http://schemas.microsoft.com/office/drawing/2014/main" val="209959085"/>
                    </a:ext>
                  </a:extLst>
                </a:gridCol>
                <a:gridCol w="2885287">
                  <a:extLst>
                    <a:ext uri="{9D8B030D-6E8A-4147-A177-3AD203B41FA5}">
                      <a16:colId xmlns:a16="http://schemas.microsoft.com/office/drawing/2014/main" val="4216224092"/>
                    </a:ext>
                  </a:extLst>
                </a:gridCol>
                <a:gridCol w="2885287">
                  <a:extLst>
                    <a:ext uri="{9D8B030D-6E8A-4147-A177-3AD203B41FA5}">
                      <a16:colId xmlns:a16="http://schemas.microsoft.com/office/drawing/2014/main" val="4260288677"/>
                    </a:ext>
                  </a:extLst>
                </a:gridCol>
              </a:tblGrid>
              <a:tr h="352599">
                <a:tc>
                  <a:txBody>
                    <a:bodyPr/>
                    <a:lstStyle/>
                    <a:p>
                      <a:r>
                        <a:rPr lang="ru-RU" dirty="0"/>
                        <a:t>Актер </a:t>
                      </a:r>
                      <a:r>
                        <a:rPr lang="en-US" dirty="0"/>
                        <a:t>/ </a:t>
                      </a:r>
                      <a:r>
                        <a:rPr lang="ru-RU" dirty="0"/>
                        <a:t>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связи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Вариант использования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15459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Клиент банка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Простая ассоциация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Пополнить счёт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8759614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Клиент банка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Простая ассоциация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Снять деньги со счета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7746639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Клиент банка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Простая ассоциация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Открыть счёт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2161475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Клиент банка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Простая ассоциация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Закрыть счёт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404207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Операционист банка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Наследование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Клиент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8650373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Кассир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Наследование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Клиент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77961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Открыть счёт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Расширение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Пополнить счёт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8723656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Закрыть счёт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Расширение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Снять деньги со счета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8154626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Снять деньги со счета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Наследование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Операция со счетом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3073869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Закрыть счет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Наследование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Операция со счетом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648303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Открыть счет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Наследование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Операция со счетом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7379010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Пополнить счет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Наследование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Операция со счетом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6047795"/>
                  </a:ext>
                </a:extLst>
              </a:tr>
              <a:tr h="3525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Подтверждение личности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Включение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Операция со счетом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562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90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7CCA1-6E7F-43D2-A89F-6D205AFD7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системы доставки блюд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E17C24-6DF2-4A35-A308-784F6F128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74" y="2160589"/>
            <a:ext cx="8407728" cy="3880773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24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Опишем систему выбранной организации – ресторан по доставке блюд. 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2400" kern="100" dirty="0">
                <a:effectLst/>
                <a:latin typeface="+mj-lt"/>
                <a:ea typeface="Droid Sans Fallback"/>
                <a:cs typeface="FreeSans"/>
              </a:rPr>
              <a:t>Клиент может зайти в приложение, осмотреть меню, добавить в корзину блюда из меню и оформить заказ блюд в корзине. После этого заказ должен быть приготовлен поварами, а далее передан клиенту с помощью доставки или самовывозом</a:t>
            </a: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35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8AEEF-17ED-439C-A327-666D8396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 системы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63FA2D5-4EE5-452A-8B8F-2B1B30534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0042" y="2224686"/>
            <a:ext cx="7243576" cy="3995118"/>
          </a:xfrm>
        </p:spPr>
      </p:pic>
    </p:spTree>
    <p:extLst>
      <p:ext uri="{BB962C8B-B14F-4D97-AF65-F5344CB8AC3E}">
        <p14:creationId xmlns:p14="http://schemas.microsoft.com/office/powerpoint/2010/main" val="169162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5AD9E-852A-4839-AA02-7C4B6348C49B}"/>
              </a:ext>
            </a:extLst>
          </p:cNvPr>
          <p:cNvSpPr txBox="1"/>
          <p:nvPr/>
        </p:nvSpPr>
        <p:spPr>
          <a:xfrm>
            <a:off x="2619884" y="3044279"/>
            <a:ext cx="69522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7871728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475</TotalTime>
  <Words>184</Words>
  <Application>Microsoft Office PowerPoint</Application>
  <PresentationFormat>Широкоэкранный</PresentationFormat>
  <Paragraphs>56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Практическая работа №2</vt:lpstr>
      <vt:lpstr>Задание 1: Диаграмма вариантов использования по описанию</vt:lpstr>
      <vt:lpstr>Задание 1: Таблица отношений вариантов использования по описанию</vt:lpstr>
      <vt:lpstr>Описание системы доставки блюд</vt:lpstr>
      <vt:lpstr>Диаграмма вариантов использования системы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№2</dc:title>
  <dc:creator>Mike Komi</dc:creator>
  <cp:lastModifiedBy>Mike Komi</cp:lastModifiedBy>
  <cp:revision>5</cp:revision>
  <dcterms:created xsi:type="dcterms:W3CDTF">2025-02-24T22:34:15Z</dcterms:created>
  <dcterms:modified xsi:type="dcterms:W3CDTF">2025-02-25T15:18:42Z</dcterms:modified>
</cp:coreProperties>
</file>