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0364D-AFEA-4AE5-8032-10605B75B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8E7F76-0B48-4F48-A041-A8D99B9F6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AF4E2D-AF41-4A77-A837-06085BD3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C3A253-0D44-4BE3-855C-2F0D0912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4996E9-56B8-4BFB-ADE1-D1BE4BAF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766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D9489-8B96-4C55-83C5-431D70D07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8603BE-B439-46F8-9DC5-73F9D54A8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63105A-4C75-4A19-9D71-F49458A5C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F459D4-1C1D-4CE4-914E-8B99592A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AADC6A-BF66-4748-AD2D-E7C7EE22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380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BB0B59-CB6B-43FA-BB48-6F7A0E316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8386F6-3111-4152-B7F6-2D556566E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464CF8-6991-444A-8671-1DF5F9933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04F3FB-8C12-4D6E-B6BA-07060CA58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9F57E9-930F-405C-BA35-0436429C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534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DD3402-133F-4D78-A63D-9774317EF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46E149-651C-4932-8C44-363D9D43F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698C92-035D-4C1F-83ED-68A786B87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B1986E-A7E1-47EB-B583-21D39CD8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D4334E-547F-415B-8E6F-CFEAFBD9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5F086D-8BBF-4C03-B2EB-6D96AB07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21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84826-27EE-40FB-8219-8F6B50E0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24BB5E-E1B2-458D-A172-84F64027B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EEBF34-C276-4915-A2DE-337C56F39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F933E1-BC2D-4BAA-89A6-02FE461FF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FA39E8-6111-4B80-9F82-0C0A90B36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0752F7-A95F-4122-B4AA-34EF50FD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89346A3-6780-48A9-96F6-98BA9072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2D43B0-7D43-4989-A223-1E3D5A10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36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B0609-8BD0-471B-8ABB-D930A0CF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1F99FCD-DC12-4E5A-8606-3F4D3808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718EED2-CBF2-44EA-BFDA-C93E4C09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519B27D-724D-404A-BD8B-38ECC8FA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30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F915425-DEA8-4990-A35E-8FCABBB06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D3170A4-DBCD-435A-98EA-D9579A03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3166E6-9887-4014-AD77-08C00458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86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7E1F31-C40B-4A7A-A251-0F2FF1490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CC0469-A9B2-4BB8-B9E7-761592FEF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34A90C-1C09-4001-8049-D5F235380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ADC4AE-67BF-4A01-A1C8-3F7AA6BB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4B354A-2899-4B2B-90F3-FC10FC2A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28A4D2-892A-4EB2-BAC0-7152DAA2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48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25160-6A8A-4EE1-88B8-6EF518D06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9679302-E529-4157-A6FF-E2C944943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338FA9-336E-4703-846D-BF2A9816A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B1D25F-79D0-44E2-9D0A-7C9F763C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1A9FDD-321C-4E4F-A337-DBCB9E87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61023E-6EA3-493B-B663-992CFC89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748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30AB2E-A30A-4EDE-B8CE-496B018BD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3DD003-D8A0-4F1C-8FAC-934A65DB8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2A21F6-2047-495F-BDB3-EEF3BCBC9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56D987-3531-48B8-A2A7-037AF9EC3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208D42-1530-4DBB-AF3E-55FA3786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99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D38FF1-D135-4BD1-8B28-695F6DCFD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CB6C74-F403-421F-AB78-802B5FBB9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6895DF-0B85-4979-A73B-83CA9B59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47638E-87D1-4801-80E3-12214DEBC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DB6D1F-8849-45A3-8595-941C9150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74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B12BB-AACD-4E01-9519-809DC0010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2D22CB-88CC-47FB-9901-5BFDD0BEE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349A63-71DA-4685-B583-6E9FF6671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5A181-69A6-42D8-A6BC-11EB215C5071}" type="datetimeFigureOut">
              <a:rPr lang="ru-RU" smtClean="0"/>
              <a:t>31.05.2025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EC0750-DC1F-4E10-8E8B-272446793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F22CEF-950B-4D16-B113-3B7F449D9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19D80-2E26-4E6C-879D-9C2ED2EF92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69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6AFC3-4F10-4C81-A029-AE0D4CBA8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PizzaPile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34B59D-843B-4C0B-8EDD-23DA5C17D9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6860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PizzaPile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PizzaPile</dc:title>
  <dc:creator>Mike Komi</dc:creator>
  <cp:lastModifiedBy>Mike Komi</cp:lastModifiedBy>
  <cp:revision>2</cp:revision>
  <dcterms:created xsi:type="dcterms:W3CDTF">2025-05-31T02:26:39Z</dcterms:created>
  <dcterms:modified xsi:type="dcterms:W3CDTF">2025-05-31T02:50:49Z</dcterms:modified>
</cp:coreProperties>
</file>