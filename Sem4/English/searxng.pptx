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</p:sldMasterIdLst>
  <p:notesMasterIdLst>
    <p:notesMasterId r:id="rId16"/>
  </p:notesMasterIdLst>
  <p:handoutMasterIdLst>
    <p:handoutMasterId r:id="rId17"/>
  </p:handout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88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3F204FA-1B19-4239-8DFA-F7D5CDF776D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A5E10C-7FDD-4394-85AA-5B80D1C9C9D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1BA0DF-356B-45BD-A35A-48D974FB3060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EA1B05-4418-4EF1-B641-E5B017F8F0C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A4C44D44-9DEB-41A7-B7B2-80FB44E1383E}" type="slidenum">
              <a:t>‹#›</a:t>
            </a:fld>
            <a:endParaRPr lang="ru-RU" sz="14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96828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00E5512-DF95-4794-9F45-04A40108E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E0EF38-0ED8-4E40-91E2-D4763639191C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2A09C463-CF35-481C-8A90-EE6F3ECF74B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49308D-D8F4-40CE-A892-51AC0F5E38A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5D5A12-EA0F-4F26-9780-7CFCCA1360C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1C6A3B-DB9A-46F4-A53E-7D8773F6B7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3BFDE490-5762-4417-B536-9AF9C872AEB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50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ru-RU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Noto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28D04-46A6-4E91-A433-9E78DDE2A7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FAF2EFA-1CED-430F-8AA3-2B44644440CF}" type="slidenum">
              <a:t>1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C39E5A-4789-483A-B59C-911EBCA354C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BD97005-8C23-42F8-B40F-2EB3311DB3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689464-6E4C-4094-A9D5-A2CA31FFA3F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DE740B-101C-4193-AF1F-07BC46B9CFFA}" type="slidenum">
              <a:t>2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4C4AA84-55DD-4DFE-9C22-4D1A6CCCC5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327F9FE-2BE6-4957-9AF2-1BD7A152EC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3CDDF9-6B61-4AC8-B4D5-CEF23D5FC03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8DC6D48-8420-4D9E-A138-B8E27F9021EE}" type="slidenum">
              <a:t>3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40A1A0C-6668-49FB-B4A8-7DFE48DADD8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3843F3-C229-456C-858F-FB38251A48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0B5EBC-7E64-452C-9BEB-8AF6AF874A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985DE9A-4B66-4061-A77D-8D01FCC05A4B}" type="slidenum">
              <a:t>4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D1FA69-E08D-4F12-9A7D-5DEDB4BF70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407DC3D-EDD5-4EA2-92C1-A78AB9A9DB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B0691A-11F5-4A33-8BFB-8C4FA0CE3A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F7FD06B-C18A-4671-A0DD-1713D8873878}" type="slidenum">
              <a:t>5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018C2D-D368-4892-A94E-8DB4B86E598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A6A604-6DD4-4851-A282-04FA9A9DC5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001EE4-B293-4AF8-BF17-F46E315989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E47192-D446-40E0-82D9-4987757CCAD7}" type="slidenum">
              <a:t>6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21EA45-2EC0-4A9F-8ACB-424F62FE2C0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512BC4-75DB-47FC-926F-1D61E21E394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5F1B4-2D25-445B-9501-7A09BC24E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BD2A0C-2DA2-4E2C-99DD-6C2CA45D1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13D193-8CC0-4EC3-9F6E-A144C747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D8EB5F-38B6-4199-9954-8C309599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997AA0-CB84-4D51-A786-613C5CB3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12E853-7A80-4B67-A72D-0B2BB154068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55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F5FCD-BC9E-47E7-A352-D7147658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849C6-538D-4D53-8F35-DE52C46AF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FFB58-EC76-437F-9E29-97B33ACE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F3FFDB-D5BA-462E-8004-D5983361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7DFE3-C0EC-4FF2-8DAC-39503104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39CE77-8A64-4330-BE14-EDF9C3EDF97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39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EE004-63A7-4527-BBC7-B25EDAB9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116B53-1E85-4793-808E-C469327DF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14D446-FB93-48BE-BFBC-9D0ABBBB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67DBC3-D90D-459F-9927-187413D79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45756-F36E-4998-B670-08C82F58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E3278F-A1A0-4DEC-8B6A-3834517124D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88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02E24-53F9-4B5F-9533-2F93BF64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04968C-1A9B-4EDB-9E68-E1DA569C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468313"/>
            <a:ext cx="4495800" cy="3635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374B2D-B09E-47C7-803C-268218B57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468313"/>
            <a:ext cx="4495800" cy="3635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FDA958-728B-4AF6-B740-489FC844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2D104A-040D-4D01-9385-E72EB282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109ED1-DCAF-4CB5-AEBE-FBBADD32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B43ACC8-109D-45E9-AA22-3C12454DE01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82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7665A-FA80-49B3-9916-2CA69499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C452CA-EBAA-4349-8BE0-D5435EC1A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C5B8ED-6000-4D4A-8834-3C08F47FA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D7D2A0-3CED-405A-9FE6-E479D2E02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7976ABE-C050-4597-A5B3-02A5BB844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2E9C7F-B316-43DC-9507-1D88E923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0CA16D4-CF1C-4FE3-A030-BE6D85DD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54C705-2B3D-4E67-A213-8B6E682A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6F92FD-B099-4DFE-ABF0-9DFE3E69B63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32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8BE0A-AF60-46A4-9626-7F2CA76F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D2D1FE-9A27-4BF5-9BED-3475F588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5D2D298-9493-4E96-AE2A-899591CA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8E7E75-AF73-41B9-995E-5A19D4D3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9886E30-259D-4FCF-BABD-F35B30B4A9D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3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A0D317-2EA9-44B3-9021-F0199DD9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734532-2033-48D4-9B9C-4B101DB4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F97236-43BA-48B6-A2B1-ABE24C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399701-7D76-4345-8984-4439769431D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5451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58650-FD79-46A6-BB3F-B0319E06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755EA7-1324-4396-9706-B81B235F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07F429-36A2-461B-8685-833675E71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F59BA9-E0BD-481D-983D-A73E9388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A8C7AC-DC36-448A-91D9-63F8BDAA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617F11-C47F-48B7-8A04-09F5250B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8445D4-6899-4B79-9B20-1E9C352A33E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66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2BDE5-A25D-4A58-BD88-E7CF42FA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784B260-E873-4F88-8864-A33D1F7BC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0D082A-7CEB-4B2D-9B7B-965A313CF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65A30B-0737-4E8A-BCAF-A381BCE9D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617A62-1E0D-4748-931E-8BD5159D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637743-7EA5-4C16-B1CD-D2EA359B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1D4D97-4C3F-4DAC-876A-1973943291D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16D50-C918-491E-A0B3-F78845C7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A20038-54DD-4A87-83C6-DDFB2646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285B93-4AC6-44C5-9DDC-91A2F743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55E96-116F-42F5-95D4-97009704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2FFA1-6D27-448F-8C8E-CC4DB9B6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11065C-C46C-4246-B43B-569092C4883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00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54B872-3118-47DD-8EAE-05A5DE6BA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99325" y="468313"/>
            <a:ext cx="2312988" cy="508635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A67E90-30AD-4F9A-8007-415F8E2AB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0363" y="468313"/>
            <a:ext cx="6786562" cy="50863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1E16-E6BB-4E36-BBA0-E475BBFB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D7EDEA-8F64-428F-9304-41584CBC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57141D-44B0-4102-8EF6-1A48B874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C1E72A-A7E0-404A-AF1D-A93FDA2D1D6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061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86C1D-132D-4193-8B32-578F50557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D2C2C0-91AE-46AB-B0C8-6AFEBDC71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B4E3FC-2078-4F17-8D83-3A6D96E9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319E9E-AC09-47C5-924C-A20EA408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834A3-BEE5-47CF-96E0-3142D417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69276B-6A2C-40DC-8601-6C4D080D9C5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93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75928-906C-463B-85EE-740C72B5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64A1F-782B-4326-8E10-3AC89E00A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D478C0-2509-4222-B670-AB861CF8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481235-C831-40FF-AC76-659AA648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8DF4B5-75EC-43C8-AA3A-CBAFB2BF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BCD6B9-524E-4FF1-A13F-A11D129BEC8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33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C23C2-5E74-471D-9BDF-1B4E1DFDB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EF3904-DE53-4039-83D4-D30C1A717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C7595B-A9B3-4F6A-9A05-38C3931D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9B210F-902A-4580-A27A-850B890D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5AE263-56CD-4A68-8CC6-E35899BE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AA0272-0D17-4C33-BF24-BE02D6EE122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173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93A52-ADA1-409B-BDFB-C29C22DF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3D1C8-AD81-4B60-B81A-3BC69F6E3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00225"/>
            <a:ext cx="300513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2490F8-C2C4-49E4-A1FB-230477FC6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25850" y="1800225"/>
            <a:ext cx="3005138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D657E5-1EE0-408E-8D85-CBC78856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DA6AC1-872D-4545-A2D5-DAA46E59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F720DF-E1FE-416C-BEB6-BB3886B3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332573-1C9D-4368-9E8D-EF05990E223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74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D82AA-C5F0-46C5-BA65-448B1540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5F6BC4-9545-40E5-A95C-E19408D70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26A192-440F-48D1-B1A2-6E9476048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C758B29-75C0-46C5-9480-6F0778A70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70358EC-5D84-4808-B93A-C3265D469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59AAEE-DFDA-47C5-858D-DFC5819A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9241CF-B2E9-48A8-A823-F5DD097D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DC3C28-E3F8-4F75-9AC3-B5A50DC0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686EC3-B405-4A84-A69A-33715BD2C31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296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715D9-FFE2-4870-B964-F6EB20AF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9E6C05-7FC9-4DEA-AB42-2DC323E1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5B72963-C5FB-4A45-87B2-1273338B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D65185-816D-45BF-A7ED-720FF9F2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8827D6-58BE-4928-A80D-FFABB9EEB26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4521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FBEB986-5BA1-4EE7-B8B4-7296BDB3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4CA172-4698-46AD-A32B-104499D3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4DBE6B-B96F-45FA-B43A-76676150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64097F-6BC9-423E-A99E-03CF74DE507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323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DC83D-EAAD-4F69-B1B1-A7C0C836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E70F86-C5BA-4011-B4D1-F79A6F80B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7A1088-015C-4A65-A663-6E58D0E92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89D880-853D-4998-8027-BE904287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86CD77-ED5B-4C63-BEA2-A0224047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1A353D-D239-4707-BE93-144D4007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49D318-4A46-4D14-A2AB-34DAC478623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248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7B135-9B0B-4DFB-833F-65638ED8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9AA47F-D581-4CAE-95D1-2807D212A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84E4FB-964F-4AE7-92B7-DE04EBBCF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8496B4-C0E4-4629-BB03-B118AC36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29379C-DFF2-4503-9983-5412D7C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CDAE42-26F8-4FE8-A6EA-7A7D1CEB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2145A7A-0D04-44ED-BD83-E29000F0E3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77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24E5B-EE05-48A0-ADF0-F48160D8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0F1A4D-6002-4BF3-97BE-AAA734E9F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737B40-330B-405E-A2E8-F0088504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C47F26-9D29-4C56-9C06-AE8BA9D1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C0C5B6-4917-4166-883E-92EFAF96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5CC49B-D569-4F66-BF3E-7254927F855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045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555909-30E8-4117-A0FF-52481173B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2338" y="468313"/>
            <a:ext cx="2266950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07CCD2-6536-451C-9DDF-16075821D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468313"/>
            <a:ext cx="6651625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8AC0EC-1544-4C07-82B5-3CC7E653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1E598E-8463-43CA-B2AD-DBD9E099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C49AD3-93D3-4425-871E-BA03BF7B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E9A80CE-CCBE-463D-8DAC-490FCB70B83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897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52E7A-80EB-4931-8DC0-54A959E59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43AACA-7728-4F71-8164-8CBCBC638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1EC88C-114E-4CE9-9012-662422F6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410E4B-02BF-4919-9F45-F858E2D2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301DE4-1FF1-4DC4-9796-D8042EFE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D6DB7F-7300-49FC-8B64-26086872C57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9289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096B6-3210-4D78-8CA3-21719F1E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EAD23D-4A20-4DDD-BEEC-A4CFE1A9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5A8FAB-B697-49A8-908B-F8A826B4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C50182-0411-40AD-8ED0-CDA0F99F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6CE377-B7DE-4282-B602-7B2C20A8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045DD5C-A476-4A0F-965F-4B992E4102F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1426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9634D-E96E-4EB0-93A7-6E5BFC6E7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57F6D2-7931-4AAD-9656-495B15EB4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7FD39-A108-41BC-B911-A527D9EC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CBD61-A99B-4C15-9AE8-A92448C1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22F473-5E0F-41D8-A5D9-222B4651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5B5AE1-E69E-4C4F-B05C-26025753D49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1389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559FD-5213-4A63-854E-79236636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A43B8-2834-43F4-B5B2-92F793331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475" y="1800225"/>
            <a:ext cx="4062413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589FEE-BB86-46A5-ACC1-57B715A6B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5288" y="1800225"/>
            <a:ext cx="40640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825AB5-459C-4057-9AE3-27CA6793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33812E-2758-487A-8F66-AB79B78D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F40F7F-890B-4BA5-B37E-9C32B75B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15915C-E732-4E28-BF5C-7A1BB49A52E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144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F57D0-BF60-4E6A-A746-139A3F9D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4FC2CE-6728-4FBF-908E-80B3A5C0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EC4270-B2EA-4C65-912F-3FB89100E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DE1F038-0269-4A87-8AB2-D58E2D0BD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6761549-B3EF-4D03-BCB6-E7EE3D514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89813C-4A07-4148-8B56-511BD180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F7C653-5FBF-44C8-AAF8-22FAB60F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D47B79-0579-4FDB-9BBD-F788C9D0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BBF172A-29AD-4E5E-82F7-C38CD952D6C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2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B4CCF1-6706-41BF-AA71-91AAE320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25ED91-CD00-4930-BE4F-2EA79D3F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0E7564-2BB7-492E-BF61-7E3FE14D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D1A6EE-7E95-4805-AAFD-5FC6352F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471C300-1B53-4408-A42B-5FB8C705B29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6291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B227EC-8E6C-4101-B686-04412D87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D31CB7-0B89-456D-B492-C08FA8CF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955D50-B6B2-42E3-9E6F-8D5E01A7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D72CC3-38BD-41E8-AB5C-06E327B81BE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470648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2B288-A9C6-44B5-B8AC-3B13E740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582D6E-687A-4D81-898E-93924769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6C5A79-3E82-4D2D-87EE-1399E41A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F997B9-EDB6-4F0B-8814-762EDEDF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45C95-4095-4F55-A40D-0E9A3B3A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49577F-8CD5-484E-A18B-CA1EA12C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D85DA0-9119-40AF-B47A-234E96FFB1D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1992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F5A77-5231-464D-AB67-7EE981E3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F9D968E-4DBE-4301-A5E9-50F0F0ABD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3FE61D-A063-4893-87DA-C3EEA7E6C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95BE3B-0B08-4D06-8B67-BBBB87FD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6E1AD6-A50D-4859-85C6-CB0BB787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D8DD39-CF59-45D1-8C31-B6ADD9E7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B19F04-C909-4704-BEE8-121AD6EDFFF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4573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D9D6B-3CFA-4C16-BE72-03C2F491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C7F6FE-EC38-49C3-A956-07DCCC12B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F9D93C-8E7A-4D8D-8947-1FB6D5DC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64EEA0-3B1B-401B-A9A2-3FF93BF0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DFA09-413D-4FCE-B5B7-898E07A5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7EC12C-DD2B-47F2-B467-D86AFC035B9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8644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FAECDA-758B-403E-A8A7-5EEFDB8E9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470775" y="468313"/>
            <a:ext cx="2068513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FADD84-0B50-465E-B052-B50B56D39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60475" y="468313"/>
            <a:ext cx="6057900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BE8BED-5EB7-42A1-A95B-FC9C2F6D2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0F10E0-7629-4E2A-A1A8-50B2F238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0D9BB5-E3F7-4FBF-B205-77B534E0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7C70B1-49B4-458A-9C4A-711B6709D12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229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48D55-3BDF-470F-B44A-E39DADBD5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B980C7-F53A-4243-BB5D-3CA16CD17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79283F-9D47-4891-BB08-D83FA12F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D8E24A-51EE-4B2F-BF40-EDBF67C5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8F5F6-9903-4C39-A8BE-9BA8C76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06EB72-533A-4B61-BDEE-4000503F5EA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629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2FB90-5864-4E56-9BC8-A3F673FC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C0F751-624E-43B2-85E6-79CA5A761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2D95F0-EB4B-4C33-91E5-7C8E450E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F9D14A-E593-4267-B78F-C9D4909B7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A6C3FE-C641-4672-9CAC-8799E3B80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D21400-165B-47ED-B5BC-E111D6675F4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2680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C346D-81F2-41A0-BEB1-C97E64A0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97FD8D-F606-4B2E-96FE-4F813ADB3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DB7F19-8AB8-4209-B01B-D2D81FD13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D6814F-D973-4977-94A1-3634DA4C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CC8D47-263E-4D56-8C79-52E1D5BB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A87239-41C8-45D7-B401-4CDEC567FA2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946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A5FA6-8887-4DD3-B031-9AAB997A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B1EF33-9C98-4EAF-8FB1-75D9439C5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00225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D365BA-62A9-4D3E-A63D-2BFF66CBD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0" y="1800225"/>
            <a:ext cx="4459288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81B6E0-EB81-4709-AE7D-E5642EAA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9D84A9-667E-4337-9553-1823FA97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379616-7081-411B-B9B8-BAD93581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1F7322-1D5A-4F7E-8BC7-ED947CE44B0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9606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2E2CA-6367-4756-AA51-D6214EBF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84B13B-086F-4075-B5B7-C4EB50647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8A8544-00C3-4E9D-A052-AAD84FA52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C59119-3B3A-46DD-B2DB-C7716EC6F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8D7157-FB49-43FA-89DB-1D4C293DA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4516675-9606-4061-8A2E-11E3889B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234B22-E1A8-4C95-AEE6-1FF6FD85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5D2109-CC15-4D8E-B805-F60F4642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9C60BF-EDD2-42CB-A9C6-46123D654C7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9489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0042E-E129-4579-8BE4-E5F70D51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173872-D7B2-4319-9089-0F74572D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817029-D20A-4C5B-8346-F27B7D67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18F9E0-05CB-4AE3-8481-1FFD36A1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043E8C0-D0CE-4D74-BFD0-E3E766EB2E4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7058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04553D-B58D-4E27-8EA3-5000E05F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2B31500-2591-4ECA-B9B3-69E269E4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2BA0E8-0C70-4509-AEFC-3B1641C9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DB54F1-4CBA-4D06-908F-27D3223FFF5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5870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A5C36-7F37-4AB2-8EF3-FD43F9E4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D6E24-3395-4016-B7F0-5D5FDE9F5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996434-9E82-45B9-9DE9-ABDED0FB1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617356-8B4E-498A-BB62-9FBF5C2C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C5A257-D1D3-4791-919A-CF2AD5CB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03FDDF-2E3C-4D11-A632-2A151F95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9CEEE1-A5DD-4D91-9DA6-2D9976CD9EB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9877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59ED5-384C-499A-8750-2BE71CA1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A25BAD7-AEF4-4704-AAF6-9980EDB07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200E17-8EF5-4B76-B337-D94E677D4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33AA8A-2CA8-4D5D-A29F-ABCD2E5F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3CEA7-CE22-4703-8037-232840B6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8CFE31-988D-44CC-9F7F-ACB3C0BA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6B33E3-4BF0-4C9C-BD72-B280BD3B16A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181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AC297-6EDE-438F-91F2-9B874690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EC3333-9824-49E0-96F3-C36F3E64C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03DEE1-463C-4AE9-9BD5-ECB8F980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10A7B5-3BB8-4426-A89D-54F01597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E4A6E1-565B-452D-9165-E40B2ACC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0476D5D-78A8-458B-9244-C65D0A0EE97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5191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CB46DC-1852-49DF-A4CF-EA1F10F2E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2338" y="468313"/>
            <a:ext cx="2266950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B5A08A0-B635-4858-90D1-871A30C5F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468313"/>
            <a:ext cx="6651625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097232-7B77-4448-9068-4B8687D0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270FD3-5CF7-42A4-9B27-1CD3A984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BF716-179D-4CFB-9130-4AA449C2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E022A2-74A1-4198-B806-2F01A24F4B3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0060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DBEC7-1435-4EA6-B4C7-F6291488C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F33B62-CE46-41B4-A5F6-538239DBC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B83C24-7877-4BFA-BC38-73832028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CE9A7B-8238-4F14-A63B-F15C9F0D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C0D77-0F76-4DDB-9FF8-FFEFAB14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6233FC-EE44-4021-9217-946BAE409F3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6201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8B317-6FFB-4CA3-BF1D-0ADE98F0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44911-4A96-414B-9795-114D6CF56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876253-9E3F-4CFC-B954-ABEC7CCB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E6A73B-F4AF-474A-A7B5-84574FBA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BAC993-579D-4526-8037-0749F95F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B3071C-21DD-4CE5-9456-470D82914A4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226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048C7-3FD1-407F-9D1F-A2635A83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087895-29F6-45D3-B39F-89BCB45CC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063344-301D-42AB-A551-632F6562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3F2A3C-7D6C-47AF-95A5-47F3154F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6B0C72-F6AB-4F85-B84E-E17A1770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0B09ED-A16B-4948-9BB0-30BE92234E1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851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B6AFD-A05E-4F4D-8C5C-C54F8AC6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6EA9E-F983-4909-AE19-9CC7BF270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00225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8BAAC0-7D1F-4563-A356-0AA82FF77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0" y="1800225"/>
            <a:ext cx="4459288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8A9109-E0DA-4169-8EE0-AC00C1E8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F4787A-71F1-4777-9A6B-316CACF2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AF48D9-38A3-4B20-B355-DD07AB55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23E3A1-2E67-46F9-B181-131D667C135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1309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E63D1-166F-4A0C-B2FD-B2A073EE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593943-4A15-4FB8-8A20-E3379A292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059831-8D00-47D5-B66E-AF2F9E60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A6996F-1C97-4737-90DB-656EF98B8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FEA336F-58B2-43DB-87C8-AFC1085F0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9904671-96B8-46A8-8C4F-0FD3A9DE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EA1B2AE-FF94-4ACF-A497-B7F92142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BF095E-1CEA-4813-9DCB-44F01F68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C8926A-1766-4A61-B4F7-89D10012FF2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4891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D9866-4340-4115-A353-2179C8CA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664B2B-1DE0-4DE1-A012-01374712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1FC9DE-071F-4F76-8C4E-C3B5F1EC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3087F9-72DE-449A-A6AA-19F29EC3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C24AB1-671A-4BC5-A3DA-89A19485924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837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DB5BB1-A649-4269-A87D-977717446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8AE5384-E376-486D-96A5-C14BE9E1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318884-E47D-442A-AF65-48ED2AC9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ADB58F-07CC-43D3-887C-E879EFAD144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5342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0CEC6-925A-4FEE-AF3B-E5F2C01A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BAF2A2-333E-4D5D-B678-233254084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0B9367-EBAF-4D0A-A4D4-E62373758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767A41-FA53-4CC5-A130-48596E16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1861FC-9EB8-47DB-AC23-283EB7D3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68864-30CE-49FA-B34D-310D91F3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2335EF-48D1-4502-ABDE-73183DD6B61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1341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4F34B-74B6-4182-8DFC-F30FD860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096E901-89F1-4F47-A5FE-912A626C8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DEC6DE-A5BE-4D33-8E93-84ECF5400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335BC3-6CDD-4AD2-9434-51ABF47C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D28145-4696-43C9-90B4-E294F079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1666D5-68C1-45C5-9F34-87F5D6E5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C96403-0B14-4CA4-B157-DD203C7A0E5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4469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7F731-C616-4A89-8870-C83255F9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2FB99A-982E-4980-80C2-2DA7F01C9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C14F4D-A947-4528-96DB-B8BB8A90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6E58B-A06D-49E2-9ACF-A648025C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B851F4-2565-4490-A869-94C3B4DB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D7F83B-9E80-416F-AD0C-6F9E78AF5F8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1744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9ACAA42-31DE-4EEE-8C27-6C9AD95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2338" y="468313"/>
            <a:ext cx="2266950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59BA0D-71D1-4FC8-B485-E36D96308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468313"/>
            <a:ext cx="6651625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5CBA87-F6A9-498D-9F14-09AE33E8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D1E22-075D-4D45-8C37-A6A5CA6F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A39BC1-CADB-4D65-8467-065C703F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333A9E-FA78-44B5-9D59-A927EC53A3E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5942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18319-8DEE-483D-8786-95A2471E3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27AD47-BFF5-455B-980C-C8F95FE7F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E694D7-5A27-4BD1-9711-A772B04F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428121-99C7-43D9-8F51-789B3DCE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2AACCD-9419-4204-B927-39FAE4F3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6D2370-008B-43B2-9E5D-2C8CD592B83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875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675D4-1085-4CC2-A29A-8F449E62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40264-0828-4F35-8CC3-C0EC004AE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E7BE8D-4D16-47B6-A83D-AC773993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DC523A-83F4-48C0-BC9C-C8B0DED2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26BB9A-61BF-4AD7-9F46-CBDF0F4D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871931-135B-478B-9DD3-BF0462D5429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5416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1919F-1CAF-4D68-AFD9-167538BE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D09061-03B0-4182-9203-3BB10A23B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2B4080-3CF5-4CE7-9F5D-5B75F248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DC49B4-9B38-410A-BBEE-8D4C7519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62AB9-82EA-4052-B376-829EC109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935ADF-718C-47D2-8442-B6A1BAF747F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5978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DC66E-ED38-4DEC-AA1A-22E87BC4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17C43D-474F-441E-BFDA-60129EB98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00225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70AF9C-F8BB-4792-B30E-A185E9469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0" y="1800225"/>
            <a:ext cx="4459288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64AC07-D344-4E2D-8FD5-A5175A08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985D7F-8000-4A10-991B-C248B8C0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67FB34-DB62-4110-BA52-134E064B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D611EA-4ADD-47ED-9A21-EFD648418EF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5168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C0EF4-B74C-4BE7-B98D-66DC5B8F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0689DF-8D73-42C4-BF9C-82CC419E0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B62CF1-B81A-4A75-9078-50AC26135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99A582-75A2-4F47-8E74-ED0BC9F66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33F012-5786-45A6-9BD2-760B5EA86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A3EFFB-9C3C-44FC-9F93-61FD6BE8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F07F4C-1D8D-41AD-81E3-C6073B46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996082-E882-4CAE-A3CF-9B0052F7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1AAB96-9CCB-4599-9526-0DBBE391D4F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400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863A3-E8A8-456F-81BB-B7F36449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80ED30-E2F9-4BCF-9EE3-650B41CF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469A19-C647-42E1-9BC7-E78601EB5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5C4A3D-FFB0-4D73-A7A4-DC9F451C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FC4BB8-10E8-4F6A-9925-20FF51D96D4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2699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6E1876-735C-4B6D-8B3D-F2E9FA98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1467386-93B7-4B5D-91FE-6DAF3AEB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B5FC73-1E05-4808-9F79-83EB13A2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8E9B7B-A8E7-405C-9F67-39E796758A6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227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18C46-CFBC-40CE-833D-87F56F35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AC5C5-2FD4-4AE8-A728-4B894ADE1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E58533-01BA-4211-A216-C94D4EF36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FA9D31-8C70-4428-AAD5-FD143934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3B8309-1874-40CC-8C55-D7433C15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CDBEFF-8EDE-4563-80E1-42B05EEF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F3A968-D35A-4F08-B62E-5B727F0ED10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16016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E534E-46CF-431D-8D7B-062CE0B8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A4AF99-EF6C-4037-9244-FADE1AEEC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D3B100-873E-41A9-96C6-C878D1580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BB026E-19E5-4E5A-998E-D7F1D2D7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41AFA8-ABA4-4DEF-97BF-2B962CD0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261A67-20AD-4DE1-8615-56B58220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0DD8FD-4D45-472F-B918-66C810156CA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8101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FB7E7-8E60-4C1F-B000-D1EA1575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0121C9-6E49-4718-B6D5-AC5DCF944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94AC88-D1EE-49A5-8287-4EE07D09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81298E-32C1-42DC-8434-E76D47CF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D6C84F-2364-4952-9F11-63563B2E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BAB48BB-C362-4265-813B-2D147F1B3D4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1646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4DF46A-B6E4-4443-A906-4A06ED08C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2338" y="468313"/>
            <a:ext cx="2266950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9219CF-4F07-4337-9965-521F890F0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468313"/>
            <a:ext cx="6651625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4F519-43FE-47A5-83DA-3D80C6D0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3F6CE0-D1CF-4D8F-A953-2CDA5901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E6FDD4-BA13-4FEB-AC87-88E3114C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A792D3-7D17-4972-86C2-BCBE3433CB9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0835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6F2E0F-A68A-4DCF-9B76-9DEA347E5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D809F9-AD60-4859-ABEE-69D2999DC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FFCE5D-AED5-4E60-90B9-40270DAB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C0A376-57C9-4503-ABDC-20386F9C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0AD31-DE07-429E-872E-0BD61EC4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472FC2-570E-469A-8A91-46AD84611D6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7635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A75F6-AD7D-4EC1-A432-681CAC5B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E682F7-4E25-4B9D-B354-BD4CAA1E0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C06FD-FC7D-49F5-B7D1-ACDB1A67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AEEDE9-4693-4A6F-B8E4-B5EF6B33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CF95D3-8563-4C1F-8BAA-36EE3624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D234DF-D88D-4089-924F-DFA9FCECB27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9796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F3B07-E51A-4AA3-A89D-94923FF7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B8AA35-CC71-4606-B946-24F0D09F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0D6B3D-1B8F-4AF7-A7C2-754F0520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34B257-DD4C-4E37-B1FB-2E02A73D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58E75E-80A8-49B3-9557-141F273B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C38540D-E1B7-47FB-A8E3-17FC670CE52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9244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4D419-4F50-4762-8842-8DFD142A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EA8576-75E3-49CD-B72E-8A47BD67C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4300" y="2160588"/>
            <a:ext cx="2209800" cy="19431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D98256-A55E-473D-A4C3-CF60B870B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0" y="2160588"/>
            <a:ext cx="2209800" cy="19431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FE7248-8858-489E-B407-5DC1331F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6AC6DA-62B6-44EA-B578-F9F9044BD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13516C-BDB8-4F56-AE25-1B1BF091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CA7F8C-B3F3-408C-99A5-5F91895E906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504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6AA280-5FC1-4952-92EC-CCB8FBBB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156C3A-CCF1-456B-BE89-85A6851D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5F49ED-7A59-4C41-9388-E833074D2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E51B34-755D-4E16-BE8C-67D735D4F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E6828B-9DE4-4E76-A891-42AE7D3C1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0E10B01-D660-424C-8F01-4A66EE94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DDC348-4BED-4D4E-B06F-E7C2C4D17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7B3E32A-D606-435E-8C47-6FF768FB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4B8685-85C2-4A86-A4C9-201770619DF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0665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DD251-8C95-4E70-B048-A8656E6E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7B85AF-A121-4E74-AA33-2C718653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FC2D7-7F48-4376-ABC9-9FBCB7FC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D208FE-8C99-4B16-B9BF-09CDFD03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13B935-CC1D-40C4-A46E-62EDAC58EBD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0340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865D00-F483-48A5-8EB2-FB81F2A1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C1A4A8-0DAC-445D-90B1-E28F9217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C4FF1F-1C60-436F-A94E-FB874A44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BD6DFF-F3C0-4263-90E6-9AA0882F4C9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9276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6C1E0-7DB8-4DFD-91F4-D1E535BE0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D1DED-3998-4A0F-B525-1E25DF18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0115AF-F2ED-4D14-A9DC-4B7E1776C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9B5A8C-4C48-48C3-8E76-8948A7E1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0EEE6F-98DA-416C-8411-AEEF2EA7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B4E794-2CC5-4D04-A205-EE595327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725A1D-1F5C-4D56-8BF2-AA1BA6C018C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006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9833A-18E6-40BE-A6D3-2798B16E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D1210F-50C4-4B3D-A351-8BECF3DC0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DFE971-1160-49AF-851A-5E66C9B81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20990B-63F8-49B6-B668-89D527B2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53F6DC-DB01-42E8-8E47-08CC01C5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B2C9E9-417D-492B-AB94-4690580B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54781C8-8C7A-473C-93FB-13407C0C6C9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46163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FB4AD-7326-42FE-B0DC-567095F1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58D8CB-6731-4788-987F-5E99656C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AD61EA-C223-40CD-8D93-6BF1414A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14CAB0-3F77-4637-B114-4D007BB1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391A6-1DEE-43F5-99B0-0D8761D5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36D145-2560-427B-B2BF-DA5F9D4B094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08633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68A04E-7EE1-437D-9930-933C783B5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5713" y="468313"/>
            <a:ext cx="1933575" cy="36353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1939E7-93FF-46B0-ABDA-954469DB3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800225" y="468313"/>
            <a:ext cx="5653088" cy="36353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088323-0DB2-4422-BD46-8DB385A0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A613A-31E1-4913-9FC7-3C8959E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27DE4B-1600-450B-A6BC-BA39EAEA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103F75-E831-4139-9AB6-FD6ADC3ED66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58486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ED49F-8752-4936-AE8B-C56699488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59A1AA-8540-461A-9B02-162581F55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490E54-A666-48B9-97C5-C8B35DF5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22088B-DDB2-4BE8-811F-80C29F1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CAC620-7ED1-49C2-B0BB-9FA5343D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DCBC08-215C-4967-B92E-3048E9C23B7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34117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5A629-0DF9-48B2-B883-868143D7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A3A50C-4C3F-4D5D-A4B8-56D2A3288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7F2491-0C11-4219-ADCA-762AC04C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E95F0A-9C1A-480D-92C6-68D08D48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46AA96-F2DA-422B-9501-641D4DE3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D60C17-3018-45A0-BB21-329346D059E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25193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D9D3B-A298-4339-AF00-60A32DC4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152608-B7AA-41CE-9737-D1894C4AC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B19C3A-C027-4D32-8649-6E10B46C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145D9D-2166-462C-B0A2-BA4FE9BE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FBA095-FB75-4A25-92D0-5E988C51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250EA4-FDB6-44A8-9BDC-26A1B0D1955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2914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79C57-5539-4FD6-9FAD-C5947107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79B719-4389-40B0-8347-FA33FE1A7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00225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516EC2-30F4-4BBD-B8E0-CE72F8271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0" y="1800225"/>
            <a:ext cx="4459288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08D228-0B03-4413-AE00-E3CCE3DB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30BE1C-1EE7-49EE-B4F4-4EB06A09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72969E-31A0-4FA5-AB3A-D5F1F59E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1EC870-8CA9-4540-9E6C-45EDFF2A07A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5022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63A86-A303-4A7D-99A3-5364C0D3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484C45-2E1E-4B8D-B119-2F83E86C8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7F3B3F-73F8-4E93-9063-837E162EC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070173-8E3C-4F44-A10E-633E812B4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50B03A-1C8B-425C-B2B7-B5393E438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2A07053-0D3F-488A-BFAF-C9750705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63ADBFA-0EA4-415F-894E-2BBBA29A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A91516-1C01-46E1-90F4-15590A23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4D68E4-9F10-47FF-987C-09614EE410F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9658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1B9A5-3C45-4456-9D5E-138BF6E2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EEF22C-CEC5-4CFA-AA45-943EF231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0DE88F-765E-4369-B61E-7CBF49A4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14E574-AE87-4BF8-A559-362EE2DE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09C3F4-3F5A-45F0-A893-26B63E340DE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9057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E6BAD66-E545-484F-B51B-D1462B8C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CFFE59-379F-43A1-AC64-87EE8A32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02C810-EE0C-454C-B4F8-4E854B1C6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7E00F1-ED51-40DF-A314-700E41A832C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332867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DD8F7-957A-489B-8D3A-454896DC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1F3DB-DE61-4EDE-AA3E-1F79204FF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FBE76A-2BD8-4A2F-92FF-FE50902FE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EBF76B-0044-43F6-B68E-7D0A3631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10B8C9-FD4E-4868-853E-4BBF0787E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36876-3F11-4343-B1FB-75CAE529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B52653B-5461-4FCD-BFF2-F12E2B56775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019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4BA20-872E-4B62-80EF-13B311971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BA030E-090E-47C2-BAD5-3E874C78A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05D743-0044-46D3-BB7A-A23DA653D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B01A6E-A8E7-45DF-8480-03B88871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CB44F3-3D41-4E70-BB6F-603FBD7C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FEA10B-63C7-42E7-9EE4-C477896E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04D70B-4463-46E6-85D1-21EF842AD44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79374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1E2EA9-22F3-4F17-AC98-08108982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DC5328-C74E-47DE-95B5-A29DECA2A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FE46AE-6872-4795-85C2-92F54745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13179-1233-45F1-80D7-ED99C9D9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4CB33-FB01-44E4-82FB-AEE04D30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5A421E-33BF-4516-A4C0-4EB3B899737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05683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953B83-9DA7-46FF-A764-A39FD7239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2338" y="468313"/>
            <a:ext cx="2266950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BFA38E9-5098-4F08-82AF-AF37206E2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468313"/>
            <a:ext cx="6651625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8D43A0-E535-43AE-99EB-DA1DC16D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D61C65-933C-43BA-9F25-FB6B3522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D58B60-51F0-436F-89D2-E22574C0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837C53-3CD5-44CC-BAC5-8CAEA3F8742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72263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E8503-5B6F-4FF0-B678-FFE64E670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BBDC59-DB66-4BC8-8D24-3A1092826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587592-67B4-4EC3-9862-F63079E7B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7D915B-76DA-48EB-B2A0-288FC4D0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DCBFF5-335F-40B9-B606-1FC3E13F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4FBA64-97DC-40FB-ACD7-053752C7963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53018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98150-AEA4-4A01-B939-D6E9E18E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C9CF2F-284B-4EB5-B3B8-DEAE21E48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E4A1E6-6C13-479A-82CD-C6A8F604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BDBC70-B772-4B33-99F1-19D2569B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95D401-55B4-4DE8-9585-14E74DAB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7F9256B-B202-46E1-9A3A-D5445B946A5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3065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66413-5D90-4811-A2E5-925C5B59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1D4380-36AC-4E2D-B913-187055B34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17C926-2288-4E74-89B0-F0706CD4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EBD46C-67A7-435F-913C-603FACF3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D46767-850D-4676-A257-833E0E55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B6CBF8E-1CBC-43E4-94A1-FC3DA38405A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7862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6FE2B-00BA-48F9-A336-32FB671B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38DD2-F44C-489E-B784-B3C1EF2A5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00225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787589-7961-4692-B658-9043780C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0000" y="1800225"/>
            <a:ext cx="4459288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B05626-B526-4ED5-9488-766E4C19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45B756-7108-48C9-B8AE-F9829CE1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1479F1-BA00-4B5A-82C6-57D78AEC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B793F80-46EE-477E-A5C7-34A1F6DB999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39419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1C789-AF3A-4E8A-997D-6968B202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338DBE-9FBF-40E6-83FC-D0D3F95BA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74D23C-003C-4B53-8183-D6F0063F1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40F1CA-5900-4076-B22A-65C4B14A2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399B56-E71E-49B2-A149-6E93F5692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79BC9D-49BE-4499-871B-D40EC465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029432A-DA20-4552-BA56-9A8AF74C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57EA6E-8FB6-4DE8-A390-DD9F1148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0ABF01-DD12-4DF4-A2A5-58D447AC049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51555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86AC4-3619-4AC7-98AA-FA88E8CB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AA1970-0F0F-45E7-9214-C3804179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2886A1-98FC-4BD8-994F-75C7150E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7D993-67C3-4281-A63A-AC05EAEE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FE8B23-D2D0-4505-9CCB-24AE129FCE1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1384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122739-6B89-4E00-90A5-CE0AFFBC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BF6F4F-B018-4C70-A66E-98D44120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123815-850D-426D-B51D-39C94785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8B6394-F05C-4753-93CF-1E3C150D637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634284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4944E-7788-4091-8303-F3B9F770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2595C8-DCFF-4009-B523-8B373496B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3E0738-C02D-4234-917F-C64FCB5F2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B6FB90-5F4A-4414-BF3F-29CB7406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C02A19-9461-4F6B-AE18-0AC8B206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2660CF-8A8E-4B2E-A013-F77915CC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742044-C68E-4244-9A10-7D6060BA145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87744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5CB45-18E3-4D56-83D4-F036909D3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299EEE0-CEE9-487D-ADFD-915C78548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FEE653-834F-4E5B-9643-AED4428A8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95BAB6-F758-481B-A39A-B3EFFCF2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2A1BEF-8C10-48C9-9F2E-B0970040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E80046-109F-4377-9503-B96B2873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F0AE0F-7782-4F83-9C60-663FDA25407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4524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36722-EF39-419A-980F-5B63022A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929BCC-6AD3-4ADF-BBE3-B1528E6CE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6A025E-D30E-4E55-AC3D-5A036D9A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782B35-39DA-47CF-A205-02845267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EAD81F-C816-4873-BEDB-D712B7B6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229907-AB40-4FBE-B8CA-039A398C1FF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75450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9D18932-8C36-4B6C-B0EC-E75B4DD92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2338" y="468313"/>
            <a:ext cx="2266950" cy="46196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348085-58BE-4B8A-AB4F-1EEA9AB43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468313"/>
            <a:ext cx="6651625" cy="46196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F3D20D-6CED-47A0-A43C-DD55639F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27E419-436D-4F0F-9D78-ECE2B330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56460E-7222-4461-8936-F9862E7B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32DF01F-4291-4144-8C41-DFFB9C22343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98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4.jp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2D3C488-B8C9-4562-A6D2-B7A220CFD6FD}"/>
              </a:ext>
            </a:extLst>
          </p:cNvPr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3" name="Полилиния: фигура 2">
              <a:extLst>
                <a:ext uri="{FF2B5EF4-FFF2-40B4-BE49-F238E27FC236}">
                  <a16:creationId xmlns:a16="http://schemas.microsoft.com/office/drawing/2014/main" id="{4AFADCDE-25F7-403F-AF39-9F0102A5E191}"/>
                </a:ext>
              </a:extLst>
            </p:cNvPr>
            <p:cNvSpPr/>
            <p:nvPr/>
          </p:nvSpPr>
          <p:spPr>
            <a:xfrm>
              <a:off x="0" y="0"/>
              <a:ext cx="10080720" cy="411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E9ECEF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5ECE10B1-FB91-4A34-B9C4-3F032730FE3A}"/>
                </a:ext>
              </a:extLst>
            </p:cNvPr>
            <p:cNvSpPr/>
            <p:nvPr/>
          </p:nvSpPr>
          <p:spPr>
            <a:xfrm>
              <a:off x="0" y="0"/>
              <a:ext cx="10080720" cy="411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E9ECEF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FDBE23C-11B1-4890-8655-71F2623CF1B8}"/>
                </a:ext>
              </a:extLst>
            </p:cNvPr>
            <p:cNvSpPr/>
            <p:nvPr/>
          </p:nvSpPr>
          <p:spPr>
            <a:xfrm>
              <a:off x="0" y="1280159"/>
              <a:ext cx="1554479" cy="64008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343A40">
                <a:alpha val="20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02CFC77A-0BD1-497C-BFCE-E697BD7B20D9}"/>
                </a:ext>
              </a:extLst>
            </p:cNvPr>
            <p:cNvSpPr/>
            <p:nvPr/>
          </p:nvSpPr>
          <p:spPr>
            <a:xfrm>
              <a:off x="914400" y="1920239"/>
              <a:ext cx="1280159" cy="1828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ED4DA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67FEEEBB-5CC1-45FE-AFBC-F98CCC6DE19F}"/>
                </a:ext>
              </a:extLst>
            </p:cNvPr>
            <p:cNvSpPr/>
            <p:nvPr/>
          </p:nvSpPr>
          <p:spPr>
            <a:xfrm>
              <a:off x="2194560" y="548640"/>
              <a:ext cx="1280159" cy="1828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DEE2E6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03900187-93D9-4280-9C38-0C8711A4AD41}"/>
                </a:ext>
              </a:extLst>
            </p:cNvPr>
            <p:cNvSpPr/>
            <p:nvPr/>
          </p:nvSpPr>
          <p:spPr>
            <a:xfrm>
              <a:off x="3474720" y="1188719"/>
              <a:ext cx="365760" cy="3657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ADB5B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9EAD8A36-98E9-469D-8D25-16A10235FD9A}"/>
                </a:ext>
              </a:extLst>
            </p:cNvPr>
            <p:cNvSpPr/>
            <p:nvPr/>
          </p:nvSpPr>
          <p:spPr>
            <a:xfrm>
              <a:off x="4206240" y="0"/>
              <a:ext cx="1463039" cy="9144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6C757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009F212B-F89B-4EDF-AB91-65244AE656C6}"/>
                </a:ext>
              </a:extLst>
            </p:cNvPr>
            <p:cNvSpPr/>
            <p:nvPr/>
          </p:nvSpPr>
          <p:spPr>
            <a:xfrm>
              <a:off x="4663440" y="914400"/>
              <a:ext cx="1005840" cy="4572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DEE2E6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4BB86474-34F0-4ADF-BFF7-1A464406BE76}"/>
                </a:ext>
              </a:extLst>
            </p:cNvPr>
            <p:cNvSpPr/>
            <p:nvPr/>
          </p:nvSpPr>
          <p:spPr>
            <a:xfrm>
              <a:off x="3474720" y="1737359"/>
              <a:ext cx="3108959" cy="10058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ED4DA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B6818972-DF77-4257-BFFB-ED7519035EFA}"/>
                </a:ext>
              </a:extLst>
            </p:cNvPr>
            <p:cNvSpPr/>
            <p:nvPr/>
          </p:nvSpPr>
          <p:spPr>
            <a:xfrm>
              <a:off x="4114800" y="2743199"/>
              <a:ext cx="1463039" cy="10058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ADB5B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6228198F-20EA-4C8F-8C9F-C1FCC185C2E4}"/>
                </a:ext>
              </a:extLst>
            </p:cNvPr>
            <p:cNvSpPr/>
            <p:nvPr/>
          </p:nvSpPr>
          <p:spPr>
            <a:xfrm>
              <a:off x="6583679" y="1463039"/>
              <a:ext cx="1554479" cy="4572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B2B2B2">
                <a:alpha val="65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9EA702FE-91A2-43F9-BC8F-E10DAA62D95F}"/>
                </a:ext>
              </a:extLst>
            </p:cNvPr>
            <p:cNvSpPr/>
            <p:nvPr/>
          </p:nvSpPr>
          <p:spPr>
            <a:xfrm>
              <a:off x="7315200" y="1920239"/>
              <a:ext cx="1463039" cy="1645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B2B2B2">
                <a:alpha val="35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884AFF7E-BB2A-49C7-A854-9CCDA932C4E3}"/>
                </a:ext>
              </a:extLst>
            </p:cNvPr>
            <p:cNvSpPr/>
            <p:nvPr/>
          </p:nvSpPr>
          <p:spPr>
            <a:xfrm>
              <a:off x="2743199" y="2377439"/>
              <a:ext cx="548640" cy="8229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4F4F9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B0EB03CA-DD5E-4456-9063-CA7DAF1AEB5C}"/>
                </a:ext>
              </a:extLst>
            </p:cNvPr>
            <p:cNvSpPr/>
            <p:nvPr/>
          </p:nvSpPr>
          <p:spPr>
            <a:xfrm>
              <a:off x="8595360" y="0"/>
              <a:ext cx="1485359" cy="146303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3123A43E-255E-40F6-B988-F447ACDB34E5}"/>
                </a:ext>
              </a:extLst>
            </p:cNvPr>
            <p:cNvSpPr/>
            <p:nvPr/>
          </p:nvSpPr>
          <p:spPr>
            <a:xfrm>
              <a:off x="6766560" y="0"/>
              <a:ext cx="274320" cy="10058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2F4550">
                <a:alpha val="50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F1AF61CE-C429-4E04-B4AC-B4C722093436}"/>
                </a:ext>
              </a:extLst>
            </p:cNvPr>
            <p:cNvSpPr/>
            <p:nvPr/>
          </p:nvSpPr>
          <p:spPr>
            <a:xfrm>
              <a:off x="1554479" y="0"/>
              <a:ext cx="182880" cy="9144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564003B2-169B-40A4-A7E8-1953E5EC0A6D}"/>
                </a:ext>
              </a:extLst>
            </p:cNvPr>
            <p:cNvSpPr/>
            <p:nvPr/>
          </p:nvSpPr>
          <p:spPr>
            <a:xfrm>
              <a:off x="0" y="3017520"/>
              <a:ext cx="365760" cy="109728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4F4F9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0839583D-DFCB-409A-997F-321F3D9CB1ED}"/>
                </a:ext>
              </a:extLst>
            </p:cNvPr>
            <p:cNvSpPr/>
            <p:nvPr/>
          </p:nvSpPr>
          <p:spPr>
            <a:xfrm>
              <a:off x="9601200" y="2560319"/>
              <a:ext cx="365760" cy="155447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E21F7050-60A9-40FC-8D80-C1574E02109E}"/>
                </a:ext>
              </a:extLst>
            </p:cNvPr>
            <p:cNvSpPr/>
            <p:nvPr/>
          </p:nvSpPr>
          <p:spPr>
            <a:xfrm>
              <a:off x="8778240" y="1828800"/>
              <a:ext cx="365760" cy="3657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ADB5B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9A5E86A-D348-443B-BBAC-4248951ED581}"/>
              </a:ext>
            </a:extLst>
          </p:cNvPr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noFill/>
          <a:ln w="54720">
            <a:solidFill>
              <a:srgbClr val="999999"/>
            </a:solidFill>
            <a:prstDash val="solid"/>
          </a:ln>
        </p:spPr>
        <p:txBody>
          <a:bodyPr wrap="none" lIns="117360" tIns="72360" rIns="117360" bIns="72360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CAC666C0-E33D-4350-8C33-1A0EA40DB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7059B3A5-1B3E-4291-8D62-7931C1D5A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5" name="Дата 24">
            <a:extLst>
              <a:ext uri="{FF2B5EF4-FFF2-40B4-BE49-F238E27FC236}">
                <a16:creationId xmlns:a16="http://schemas.microsoft.com/office/drawing/2014/main" id="{73A7A8CB-09D7-489B-9A14-DB9409B0B2C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26" name="Нижний колонтитул 25">
            <a:extLst>
              <a:ext uri="{FF2B5EF4-FFF2-40B4-BE49-F238E27FC236}">
                <a16:creationId xmlns:a16="http://schemas.microsoft.com/office/drawing/2014/main" id="{7BE26C85-F27B-4470-B094-DA928EAB817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27" name="Номер слайда 26">
            <a:extLst>
              <a:ext uri="{FF2B5EF4-FFF2-40B4-BE49-F238E27FC236}">
                <a16:creationId xmlns:a16="http://schemas.microsoft.com/office/drawing/2014/main" id="{417A7CA0-66D5-4A77-BFB6-48D54C3234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E49E9379-7216-4530-910B-5F10D403DEF9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7382FFE-B113-4C62-90ED-88C9153B66D2}"/>
              </a:ext>
            </a:extLst>
          </p:cNvPr>
          <p:cNvGrpSpPr/>
          <p:nvPr/>
        </p:nvGrpSpPr>
        <p:grpSpPr>
          <a:xfrm>
            <a:off x="8540312" y="5065888"/>
            <a:ext cx="1280160" cy="548640"/>
            <a:chOff x="8540312" y="5065888"/>
            <a:chExt cx="1280160" cy="548640"/>
          </a:xfrm>
        </p:grpSpPr>
        <p:sp>
          <p:nvSpPr>
            <p:cNvPr id="3" name="Полилиния: фигура 2">
              <a:extLst>
                <a:ext uri="{FF2B5EF4-FFF2-40B4-BE49-F238E27FC236}">
                  <a16:creationId xmlns:a16="http://schemas.microsoft.com/office/drawing/2014/main" id="{BB3EFC6F-5A37-459C-A9ED-F3CE4C78753D}"/>
                </a:ext>
              </a:extLst>
            </p:cNvPr>
            <p:cNvSpPr/>
            <p:nvPr/>
          </p:nvSpPr>
          <p:spPr>
            <a:xfrm rot="21598800" flipV="1">
              <a:off x="9637592" y="543164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AEDD09D1-1EA7-44D7-8E9C-2D4CC497B380}"/>
                </a:ext>
              </a:extLst>
            </p:cNvPr>
            <p:cNvSpPr/>
            <p:nvPr/>
          </p:nvSpPr>
          <p:spPr>
            <a:xfrm rot="21598800" flipV="1">
              <a:off x="9271832" y="543164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C5932E46-48EC-4311-A9AB-631C662AB6BE}"/>
                </a:ext>
              </a:extLst>
            </p:cNvPr>
            <p:cNvSpPr/>
            <p:nvPr/>
          </p:nvSpPr>
          <p:spPr>
            <a:xfrm rot="21598800" flipV="1">
              <a:off x="8906432" y="543164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D28EA892-017C-4804-AA64-97A81179D290}"/>
                </a:ext>
              </a:extLst>
            </p:cNvPr>
            <p:cNvSpPr/>
            <p:nvPr/>
          </p:nvSpPr>
          <p:spPr>
            <a:xfrm rot="21598800" flipV="1">
              <a:off x="8540312" y="543164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F2DE890B-82C4-42F8-9C2D-91ACFE00430D}"/>
                </a:ext>
              </a:extLst>
            </p:cNvPr>
            <p:cNvSpPr/>
            <p:nvPr/>
          </p:nvSpPr>
          <p:spPr>
            <a:xfrm rot="21598800" flipV="1">
              <a:off x="8540312" y="506588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54F210E7-88B6-48F9-8CD1-80063B8016AD}"/>
                </a:ext>
              </a:extLst>
            </p:cNvPr>
            <p:cNvSpPr/>
            <p:nvPr/>
          </p:nvSpPr>
          <p:spPr>
            <a:xfrm rot="21598800" flipV="1">
              <a:off x="8906432" y="506588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0DC74AE3-E0C4-4078-BA1D-A44CDF021861}"/>
                </a:ext>
              </a:extLst>
            </p:cNvPr>
            <p:cNvSpPr/>
            <p:nvPr/>
          </p:nvSpPr>
          <p:spPr>
            <a:xfrm rot="21598800" flipV="1">
              <a:off x="9271832" y="506624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EFFE6C7B-6CBC-45B9-8B00-18980829CEBD}"/>
                </a:ext>
              </a:extLst>
            </p:cNvPr>
            <p:cNvSpPr/>
            <p:nvPr/>
          </p:nvSpPr>
          <p:spPr>
            <a:xfrm rot="21598800" flipV="1">
              <a:off x="9637592" y="5065888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C6399035-4C81-4B13-8F75-F5AC5F5650D3}"/>
              </a:ext>
            </a:extLst>
          </p:cNvPr>
          <p:cNvSpPr>
            <a:spLocks noMove="1" noResize="1"/>
          </p:cNvSpPr>
          <p:nvPr/>
        </p:nvSpPr>
        <p:spPr>
          <a:xfrm>
            <a:off x="1499759" y="1774080"/>
            <a:ext cx="2926079" cy="292607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CCCCCC">
              <a:alpha val="2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84376914-8B90-4535-B0A1-B8AFA4656747}"/>
              </a:ext>
            </a:extLst>
          </p:cNvPr>
          <p:cNvSpPr>
            <a:spLocks noMove="1" noResize="1"/>
          </p:cNvSpPr>
          <p:nvPr/>
        </p:nvSpPr>
        <p:spPr>
          <a:xfrm>
            <a:off x="1225080" y="1134360"/>
            <a:ext cx="1189080" cy="11883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CCCCCC">
              <a:alpha val="2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8F85DF7-1235-414E-9C14-C7413CCF1165}"/>
              </a:ext>
            </a:extLst>
          </p:cNvPr>
          <p:cNvSpPr>
            <a:spLocks noMove="1" noResize="1"/>
          </p:cNvSpPr>
          <p:nvPr/>
        </p:nvSpPr>
        <p:spPr>
          <a:xfrm>
            <a:off x="3420000" y="4242960"/>
            <a:ext cx="640080" cy="6400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CCCCCC">
              <a:alpha val="2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pic>
        <p:nvPicPr>
          <p:cNvPr id="14" name="">
            <a:extLst>
              <a:ext uri="{FF2B5EF4-FFF2-40B4-BE49-F238E27FC236}">
                <a16:creationId xmlns:a16="http://schemas.microsoft.com/office/drawing/2014/main" id="{D81CE4DF-5C6F-4788-9D56-EA1EF5EB5807}"/>
              </a:ext>
            </a:extLst>
          </p:cNvPr>
          <p:cNvPicPr>
            <a:picLocks noMove="1" noResize="1"/>
          </p:cNvPicPr>
          <p:nvPr/>
        </p:nvPicPr>
        <p:blipFill>
          <a:blip r:embed="rId14">
            <a:lum/>
            <a:alphaModFix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787C427C-E0BD-4E13-9A22-1A1A447B7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91D83C69-1460-4493-9A8B-8CB8E79CC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1800000"/>
            <a:ext cx="61632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7" name="Дата 16">
            <a:extLst>
              <a:ext uri="{FF2B5EF4-FFF2-40B4-BE49-F238E27FC236}">
                <a16:creationId xmlns:a16="http://schemas.microsoft.com/office/drawing/2014/main" id="{79D1CA7B-CD65-487E-A745-072176CA6A6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8" name="Нижний колонтитул 17">
            <a:extLst>
              <a:ext uri="{FF2B5EF4-FFF2-40B4-BE49-F238E27FC236}">
                <a16:creationId xmlns:a16="http://schemas.microsoft.com/office/drawing/2014/main" id="{BD9061F1-A78F-48E9-B37B-0D1BD657586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D9F7BD4D-794D-4E2A-8A20-24B36E2094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37900408-A07A-4839-A0AD-F95935044311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3E85131-4790-4533-B168-3A7107F1073D}"/>
              </a:ext>
            </a:extLst>
          </p:cNvPr>
          <p:cNvGrpSpPr/>
          <p:nvPr/>
        </p:nvGrpSpPr>
        <p:grpSpPr>
          <a:xfrm>
            <a:off x="7406640" y="3566160"/>
            <a:ext cx="2377440" cy="4297679"/>
            <a:chOff x="7406640" y="3566160"/>
            <a:chExt cx="2377440" cy="4297679"/>
          </a:xfrm>
        </p:grpSpPr>
        <p:sp>
          <p:nvSpPr>
            <p:cNvPr id="3" name="Полилиния: фигура 2">
              <a:extLst>
                <a:ext uri="{FF2B5EF4-FFF2-40B4-BE49-F238E27FC236}">
                  <a16:creationId xmlns:a16="http://schemas.microsoft.com/office/drawing/2014/main" id="{FE37C34C-17D7-4201-B975-B8A816BC33B8}"/>
                </a:ext>
              </a:extLst>
            </p:cNvPr>
            <p:cNvSpPr/>
            <p:nvPr/>
          </p:nvSpPr>
          <p:spPr>
            <a:xfrm>
              <a:off x="8138160" y="4754879"/>
              <a:ext cx="457200" cy="256031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A5F5E204-4DD9-4728-A3FD-4406B7D60037}"/>
                </a:ext>
              </a:extLst>
            </p:cNvPr>
            <p:cNvSpPr/>
            <p:nvPr/>
          </p:nvSpPr>
          <p:spPr>
            <a:xfrm>
              <a:off x="8961120" y="3566160"/>
              <a:ext cx="457200" cy="256031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36CE05DE-3918-4029-A50A-D2E100651D98}"/>
                </a:ext>
              </a:extLst>
            </p:cNvPr>
            <p:cNvSpPr/>
            <p:nvPr/>
          </p:nvSpPr>
          <p:spPr>
            <a:xfrm>
              <a:off x="7406640" y="5303520"/>
              <a:ext cx="457200" cy="256031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924D1772-7EE0-4D08-908F-5BA7E3FF50E8}"/>
                </a:ext>
              </a:extLst>
            </p:cNvPr>
            <p:cNvSpPr/>
            <p:nvPr/>
          </p:nvSpPr>
          <p:spPr>
            <a:xfrm>
              <a:off x="8503920" y="5120639"/>
              <a:ext cx="1280159" cy="914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CCCC">
                <a:alpha val="75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585709FE-CA70-4BC3-AB3E-BE9967F8C05F}"/>
                </a:ext>
              </a:extLst>
            </p:cNvPr>
            <p:cNvSpPr/>
            <p:nvPr/>
          </p:nvSpPr>
          <p:spPr>
            <a:xfrm>
              <a:off x="8321040" y="5303520"/>
              <a:ext cx="914400" cy="914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CCCC">
                <a:alpha val="75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9C13E6BA-E758-4D7E-9049-9DEBFB4A0C62}"/>
                </a:ext>
              </a:extLst>
            </p:cNvPr>
            <p:cNvSpPr/>
            <p:nvPr/>
          </p:nvSpPr>
          <p:spPr>
            <a:xfrm>
              <a:off x="8869680" y="5486399"/>
              <a:ext cx="914400" cy="914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CCCC">
                <a:alpha val="75000"/>
              </a:srgbClr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CE18A834-3A60-4953-900D-A2A7EB79B61B}"/>
              </a:ext>
            </a:extLst>
          </p:cNvPr>
          <p:cNvSpPr/>
          <p:nvPr/>
        </p:nvSpPr>
        <p:spPr>
          <a:xfrm flipH="1" flipV="1">
            <a:off x="1463039" y="-1554479"/>
            <a:ext cx="457200" cy="25603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13"/>
            <a:tile sx="74764" sy="74764" algn="tl"/>
          </a:blip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92653D01-F65A-40FD-B246-A5A1E791281D}"/>
              </a:ext>
            </a:extLst>
          </p:cNvPr>
          <p:cNvSpPr/>
          <p:nvPr/>
        </p:nvSpPr>
        <p:spPr>
          <a:xfrm flipH="1" flipV="1">
            <a:off x="640080" y="-365760"/>
            <a:ext cx="457200" cy="25603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13"/>
            <a:tile sx="74764" sy="74764" algn="tl"/>
          </a:blip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A5F5ECD8-185C-42E2-939A-492B838EA2B3}"/>
              </a:ext>
            </a:extLst>
          </p:cNvPr>
          <p:cNvSpPr/>
          <p:nvPr/>
        </p:nvSpPr>
        <p:spPr>
          <a:xfrm flipH="1" flipV="1">
            <a:off x="2194560" y="-2103120"/>
            <a:ext cx="457200" cy="25603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blipFill>
            <a:blip r:embed="rId13"/>
            <a:tile sx="74764" sy="74764" algn="tl"/>
          </a:blip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2FE3D46A-FB2F-44C3-AF8D-A0AACD64991C}"/>
              </a:ext>
            </a:extLst>
          </p:cNvPr>
          <p:cNvSpPr/>
          <p:nvPr/>
        </p:nvSpPr>
        <p:spPr>
          <a:xfrm flipH="1" flipV="1">
            <a:off x="274320" y="548640"/>
            <a:ext cx="1280159" cy="91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CC">
              <a:alpha val="75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F46B427C-E54A-485B-88A7-A32594742524}"/>
              </a:ext>
            </a:extLst>
          </p:cNvPr>
          <p:cNvSpPr/>
          <p:nvPr/>
        </p:nvSpPr>
        <p:spPr>
          <a:xfrm flipH="1" flipV="1">
            <a:off x="822960" y="365760"/>
            <a:ext cx="914400" cy="91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CC">
              <a:alpha val="75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39F8D898-4F4F-4AA4-AD37-DEA7C5034A24}"/>
              </a:ext>
            </a:extLst>
          </p:cNvPr>
          <p:cNvSpPr/>
          <p:nvPr/>
        </p:nvSpPr>
        <p:spPr>
          <a:xfrm flipH="1" flipV="1">
            <a:off x="274320" y="182880"/>
            <a:ext cx="914400" cy="914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CC">
              <a:alpha val="75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F91FA5A3-015D-4A05-884C-9F851647DC40}"/>
              </a:ext>
            </a:extLst>
          </p:cNvPr>
          <p:cNvSpPr>
            <a:spLocks noMove="1" noResize="1"/>
          </p:cNvSpPr>
          <p:nvPr/>
        </p:nvSpPr>
        <p:spPr>
          <a:xfrm>
            <a:off x="3474720" y="2560319"/>
            <a:ext cx="2743199" cy="27431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D633D510-F631-487E-AFB1-FE8BCAC8E7FB}"/>
              </a:ext>
            </a:extLst>
          </p:cNvPr>
          <p:cNvSpPr/>
          <p:nvPr/>
        </p:nvSpPr>
        <p:spPr>
          <a:xfrm flipH="1" flipV="1">
            <a:off x="914400" y="2835000"/>
            <a:ext cx="91440" cy="1645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CC">
              <a:alpha val="75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56D0CF0B-D059-4709-B439-AD757E4115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29B77CEA-065D-4C1C-8E84-5CCE0F568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0000" y="1800000"/>
            <a:ext cx="8280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" name="Дата 18">
            <a:extLst>
              <a:ext uri="{FF2B5EF4-FFF2-40B4-BE49-F238E27FC236}">
                <a16:creationId xmlns:a16="http://schemas.microsoft.com/office/drawing/2014/main" id="{F77D13B7-A98E-4F1C-80D4-FC30EFC267F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D991A1BF-9125-43A9-BF29-D334CAD0CFB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75EAC2DE-E6BD-4C83-BF13-6CFC09C305B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9E18C585-7F47-40DA-9099-A59F2100CF47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ru-RU" sz="4400" b="1" i="0" u="wavyHeavy" strike="noStrike" kern="1200" cap="none">
          <a:ln>
            <a:noFill/>
          </a:ln>
          <a:highlight>
            <a:scrgbClr r="0" g="0" b="0">
              <a:alpha val="0"/>
            </a:scrgbClr>
          </a:highlight>
          <a:uFillTx/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055013ED-A06E-48E6-B0A4-AE113F7B8A26}"/>
              </a:ext>
            </a:extLst>
          </p:cNvPr>
          <p:cNvSpPr>
            <a:spLocks noMove="1" noResize="1"/>
          </p:cNvSpPr>
          <p:nvPr/>
        </p:nvSpPr>
        <p:spPr>
          <a:xfrm>
            <a:off x="822960" y="2468880"/>
            <a:ext cx="1463039" cy="14630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EEEEEE"/>
          </a:solidFill>
          <a:ln>
            <a:noFill/>
            <a:prstDash val="solid"/>
          </a:ln>
          <a:effectLst>
            <a:outerShdw dist="103351" dir="2700000" algn="tl">
              <a:srgbClr val="808080">
                <a:alpha val="20000"/>
              </a:srgbClr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D13E216B-ACF0-4B99-9F74-89C411194996}"/>
              </a:ext>
            </a:extLst>
          </p:cNvPr>
          <p:cNvSpPr>
            <a:spLocks noMove="1" noResize="1"/>
          </p:cNvSpPr>
          <p:nvPr/>
        </p:nvSpPr>
        <p:spPr>
          <a:xfrm>
            <a:off x="4480560" y="1554479"/>
            <a:ext cx="1463039" cy="14630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EEEEEE"/>
          </a:solidFill>
          <a:ln>
            <a:noFill/>
            <a:prstDash val="solid"/>
          </a:ln>
          <a:effectLst>
            <a:outerShdw dist="103351" dir="2700000" algn="tl">
              <a:srgbClr val="808080">
                <a:alpha val="20000"/>
              </a:srgbClr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9D46D388-B6C0-46DA-A3D4-A2016A61FB24}"/>
              </a:ext>
            </a:extLst>
          </p:cNvPr>
          <p:cNvSpPr>
            <a:spLocks noMove="1" noResize="1"/>
          </p:cNvSpPr>
          <p:nvPr/>
        </p:nvSpPr>
        <p:spPr>
          <a:xfrm>
            <a:off x="6583679" y="3108959"/>
            <a:ext cx="1463039" cy="14630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EEEEEE"/>
          </a:solidFill>
          <a:ln>
            <a:noFill/>
            <a:prstDash val="solid"/>
          </a:ln>
          <a:effectLst>
            <a:outerShdw dist="103351" dir="2700000" algn="tl">
              <a:srgbClr val="808080">
                <a:alpha val="20000"/>
              </a:srgbClr>
            </a:outerShdw>
          </a:effectLst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8B551DCD-66C4-4DC0-9D19-47A6F04FE307}"/>
              </a:ext>
            </a:extLst>
          </p:cNvPr>
          <p:cNvSpPr>
            <a:spLocks noMove="1" noResize="1"/>
          </p:cNvSpPr>
          <p:nvPr/>
        </p:nvSpPr>
        <p:spPr>
          <a:xfrm rot="4648200">
            <a:off x="1600306" y="4057946"/>
            <a:ext cx="822960" cy="7534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87" h="2094">
                <a:moveTo>
                  <a:pt x="0" y="2094"/>
                </a:moveTo>
                <a:cubicBezTo>
                  <a:pt x="2342" y="2094"/>
                  <a:pt x="2287" y="0"/>
                  <a:pt x="2287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A5D49C0-4432-4177-9303-D44508BFFB5A}"/>
              </a:ext>
            </a:extLst>
          </p:cNvPr>
          <p:cNvSpPr>
            <a:spLocks noMove="1" noResize="1"/>
          </p:cNvSpPr>
          <p:nvPr/>
        </p:nvSpPr>
        <p:spPr>
          <a:xfrm rot="9205800">
            <a:off x="3423295" y="1781434"/>
            <a:ext cx="1022039" cy="3258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40" h="906">
                <a:moveTo>
                  <a:pt x="0" y="101"/>
                </a:moveTo>
                <a:cubicBezTo>
                  <a:pt x="1136" y="-467"/>
                  <a:pt x="1022" y="1578"/>
                  <a:pt x="2840" y="669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EF8BFBD-5D09-42BA-8A4C-B964CDA82C9A}"/>
              </a:ext>
            </a:extLst>
          </p:cNvPr>
          <p:cNvSpPr>
            <a:spLocks noMove="1" noResize="1"/>
          </p:cNvSpPr>
          <p:nvPr/>
        </p:nvSpPr>
        <p:spPr>
          <a:xfrm rot="2700000">
            <a:off x="8437170" y="1939567"/>
            <a:ext cx="617760" cy="1699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7" h="4721">
                <a:moveTo>
                  <a:pt x="113" y="51"/>
                </a:moveTo>
                <a:cubicBezTo>
                  <a:pt x="1909" y="-308"/>
                  <a:pt x="2088" y="1308"/>
                  <a:pt x="1190" y="2206"/>
                </a:cubicBezTo>
                <a:cubicBezTo>
                  <a:pt x="292" y="3105"/>
                  <a:pt x="-247" y="4003"/>
                  <a:pt x="113" y="4721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01C9345-D1A8-4FE6-AA4C-8790A6EF64D4}"/>
              </a:ext>
            </a:extLst>
          </p:cNvPr>
          <p:cNvSpPr>
            <a:spLocks noMove="1" noResize="1"/>
          </p:cNvSpPr>
          <p:nvPr/>
        </p:nvSpPr>
        <p:spPr>
          <a:xfrm>
            <a:off x="2468880" y="822960"/>
            <a:ext cx="1410480" cy="13715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E9D200E-12FE-48A8-BAAD-4167C3E8E60B}"/>
              </a:ext>
            </a:extLst>
          </p:cNvPr>
          <p:cNvSpPr>
            <a:spLocks noMove="1" noResize="1"/>
          </p:cNvSpPr>
          <p:nvPr/>
        </p:nvSpPr>
        <p:spPr>
          <a:xfrm>
            <a:off x="3931920" y="4663440"/>
            <a:ext cx="1684800" cy="164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08812636-78D4-4890-B9A9-DA6E2F7AAECD}"/>
              </a:ext>
            </a:extLst>
          </p:cNvPr>
          <p:cNvSpPr>
            <a:spLocks noMove="1" noResize="1"/>
          </p:cNvSpPr>
          <p:nvPr/>
        </p:nvSpPr>
        <p:spPr>
          <a:xfrm>
            <a:off x="8412480" y="1280159"/>
            <a:ext cx="1097280" cy="10058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24C0885C-E3D2-47BA-94D0-B2C7889D5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BF8FCFF-24C4-4021-BF75-932DAD81D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18000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3" name="Дата 12">
            <a:extLst>
              <a:ext uri="{FF2B5EF4-FFF2-40B4-BE49-F238E27FC236}">
                <a16:creationId xmlns:a16="http://schemas.microsoft.com/office/drawing/2014/main" id="{3DC9BB48-55D6-4A0B-AC07-138A124EE63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4" name="Нижний колонтитул 13">
            <a:extLst>
              <a:ext uri="{FF2B5EF4-FFF2-40B4-BE49-F238E27FC236}">
                <a16:creationId xmlns:a16="http://schemas.microsoft.com/office/drawing/2014/main" id="{75AA55FD-F263-4CB3-98B9-EEBF480C7A3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DB7FB3C9-EA75-4E2D-A7A1-292D64399D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BA9A3A61-3CA1-468A-BD7A-B47C370A92B7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43A11DB6-BF0A-4A43-8BEC-7D17BC972533}"/>
              </a:ext>
            </a:extLst>
          </p:cNvPr>
          <p:cNvSpPr>
            <a:spLocks noMove="1" noResize="1"/>
          </p:cNvSpPr>
          <p:nvPr/>
        </p:nvSpPr>
        <p:spPr>
          <a:xfrm>
            <a:off x="2103480" y="3658320"/>
            <a:ext cx="1645920" cy="164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E4381482-9DED-42D2-AE37-A9C23646B540}"/>
              </a:ext>
            </a:extLst>
          </p:cNvPr>
          <p:cNvSpPr>
            <a:spLocks noMove="1" noResize="1"/>
          </p:cNvSpPr>
          <p:nvPr/>
        </p:nvSpPr>
        <p:spPr>
          <a:xfrm>
            <a:off x="823320" y="-273240"/>
            <a:ext cx="2194560" cy="21945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6C0F7A73-E77B-441A-BAFC-2691D47AE9BD}"/>
              </a:ext>
            </a:extLst>
          </p:cNvPr>
          <p:cNvSpPr>
            <a:spLocks noMove="1" noResize="1"/>
          </p:cNvSpPr>
          <p:nvPr/>
        </p:nvSpPr>
        <p:spPr>
          <a:xfrm>
            <a:off x="7955640" y="3109679"/>
            <a:ext cx="2194560" cy="21945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DEB4A119-FBFD-42C7-966A-FE8E69EB6F7D}"/>
              </a:ext>
            </a:extLst>
          </p:cNvPr>
          <p:cNvSpPr>
            <a:spLocks noMove="1" noResize="1"/>
          </p:cNvSpPr>
          <p:nvPr/>
        </p:nvSpPr>
        <p:spPr>
          <a:xfrm>
            <a:off x="9601560" y="915119"/>
            <a:ext cx="1645920" cy="164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BD048CE-CD0D-4535-89EE-A828256FD0D3}"/>
              </a:ext>
            </a:extLst>
          </p:cNvPr>
          <p:cNvGrpSpPr/>
          <p:nvPr/>
        </p:nvGrpSpPr>
        <p:grpSpPr>
          <a:xfrm>
            <a:off x="3836881" y="1151280"/>
            <a:ext cx="2339639" cy="4334398"/>
            <a:chOff x="3836881" y="1151280"/>
            <a:chExt cx="2339639" cy="4334398"/>
          </a:xfrm>
        </p:grpSpPr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8CA8BDB-1E6D-430F-A916-15825CC753FD}"/>
                </a:ext>
              </a:extLst>
            </p:cNvPr>
            <p:cNvSpPr/>
            <p:nvPr/>
          </p:nvSpPr>
          <p:spPr>
            <a:xfrm rot="5400000" flipH="1" flipV="1">
              <a:off x="4759201" y="3807000"/>
              <a:ext cx="1371599" cy="1463039"/>
            </a:xfrm>
            <a:custGeom>
              <a:avLst>
                <a:gd name="f0" fmla="val 10921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*/ 21600 10800 1"/>
                <a:gd name="f9" fmla="val -2147483647"/>
                <a:gd name="f10" fmla="val 2147483647"/>
                <a:gd name="f11" fmla="+- 0 0 0"/>
                <a:gd name="f12" fmla="*/ f4 1 21600"/>
                <a:gd name="f13" fmla="*/ f5 1 21600"/>
                <a:gd name="f14" fmla="pin 0 f0 21600"/>
                <a:gd name="f15" fmla="*/ f11 f1 1"/>
                <a:gd name="f16" fmla="val f14"/>
                <a:gd name="f17" fmla="+- 21600 0 f14"/>
                <a:gd name="f18" fmla="*/ f14 10 1"/>
                <a:gd name="f19" fmla="*/ f14 f12 1"/>
                <a:gd name="f20" fmla="*/ f6 f13 1"/>
                <a:gd name="f21" fmla="*/ 0 f13 1"/>
                <a:gd name="f22" fmla="*/ f15 1 f3"/>
                <a:gd name="f23" fmla="*/ 10800 f12 1"/>
                <a:gd name="f24" fmla="*/ 10800 f13 1"/>
                <a:gd name="f25" fmla="*/ 21600 f13 1"/>
                <a:gd name="f26" fmla="*/ f18 1 24"/>
                <a:gd name="f27" fmla="*/ f16 1 2"/>
                <a:gd name="f28" fmla="+- f16 0 10800"/>
                <a:gd name="f29" fmla="*/ f8 1 f16"/>
                <a:gd name="f30" fmla="+- f22 0 f2"/>
                <a:gd name="f31" fmla="+- f26 1750 0"/>
                <a:gd name="f32" fmla="+- 10800 f27 0"/>
                <a:gd name="f33" fmla="+- 10800 0 f27"/>
                <a:gd name="f34" fmla="?: f28 f29 21600"/>
                <a:gd name="f35" fmla="+- 21600 0 f27"/>
                <a:gd name="f36" fmla="+- 21600 0 f29"/>
                <a:gd name="f37" fmla="*/ f27 f12 1"/>
                <a:gd name="f38" fmla="+- 21600 0 f31"/>
                <a:gd name="f39" fmla="?: f28 f36 0"/>
                <a:gd name="f40" fmla="*/ f31 f12 1"/>
                <a:gd name="f41" fmla="*/ f31 f13 1"/>
                <a:gd name="f42" fmla="*/ f32 f12 1"/>
                <a:gd name="f43" fmla="*/ f35 f12 1"/>
                <a:gd name="f44" fmla="*/ f33 f12 1"/>
                <a:gd name="f45" fmla="*/ f34 f13 1"/>
                <a:gd name="f46" fmla="*/ f38 f12 1"/>
                <a:gd name="f47" fmla="*/ f38 f13 1"/>
                <a:gd name="f48" fmla="*/ f39 f13 1"/>
              </a:gdLst>
              <a:ahLst>
                <a:ahXY gdRefX="f0" minX="f6" maxX="f7">
                  <a:pos x="f19" y="f2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2" y="f21"/>
                </a:cxn>
                <a:cxn ang="f30">
                  <a:pos x="f23" y="f48"/>
                </a:cxn>
                <a:cxn ang="f30">
                  <a:pos x="f43" y="f24"/>
                </a:cxn>
                <a:cxn ang="f30">
                  <a:pos x="f44" y="f25"/>
                </a:cxn>
                <a:cxn ang="f30">
                  <a:pos x="f23" y="f45"/>
                </a:cxn>
                <a:cxn ang="f30">
                  <a:pos x="f37" y="f24"/>
                </a:cxn>
              </a:cxnLst>
              <a:rect l="f40" t="f41" r="f46" b="f47"/>
              <a:pathLst>
                <a:path w="21600" h="21600">
                  <a:moveTo>
                    <a:pt x="f16" y="f6"/>
                  </a:moveTo>
                  <a:lnTo>
                    <a:pt x="f7" y="f6"/>
                  </a:lnTo>
                  <a:lnTo>
                    <a:pt x="f1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DEE2E6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A47CFB6F-4A71-4768-A9D7-8A70C3A48ED0}"/>
                </a:ext>
              </a:extLst>
            </p:cNvPr>
            <p:cNvSpPr/>
            <p:nvPr/>
          </p:nvSpPr>
          <p:spPr>
            <a:xfrm rot="5400000" flipH="1" flipV="1">
              <a:off x="3882601" y="2718720"/>
              <a:ext cx="1371599" cy="1463039"/>
            </a:xfrm>
            <a:custGeom>
              <a:avLst>
                <a:gd name="f0" fmla="val 10921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*/ 21600 10800 1"/>
                <a:gd name="f9" fmla="val -2147483647"/>
                <a:gd name="f10" fmla="val 2147483647"/>
                <a:gd name="f11" fmla="+- 0 0 0"/>
                <a:gd name="f12" fmla="*/ f4 1 21600"/>
                <a:gd name="f13" fmla="*/ f5 1 21600"/>
                <a:gd name="f14" fmla="pin 0 f0 21600"/>
                <a:gd name="f15" fmla="*/ f11 f1 1"/>
                <a:gd name="f16" fmla="val f14"/>
                <a:gd name="f17" fmla="+- 21600 0 f14"/>
                <a:gd name="f18" fmla="*/ f14 10 1"/>
                <a:gd name="f19" fmla="*/ f14 f12 1"/>
                <a:gd name="f20" fmla="*/ f6 f13 1"/>
                <a:gd name="f21" fmla="*/ 0 f13 1"/>
                <a:gd name="f22" fmla="*/ f15 1 f3"/>
                <a:gd name="f23" fmla="*/ 10800 f12 1"/>
                <a:gd name="f24" fmla="*/ 10800 f13 1"/>
                <a:gd name="f25" fmla="*/ 21600 f13 1"/>
                <a:gd name="f26" fmla="*/ f18 1 24"/>
                <a:gd name="f27" fmla="*/ f16 1 2"/>
                <a:gd name="f28" fmla="+- f16 0 10800"/>
                <a:gd name="f29" fmla="*/ f8 1 f16"/>
                <a:gd name="f30" fmla="+- f22 0 f2"/>
                <a:gd name="f31" fmla="+- f26 1750 0"/>
                <a:gd name="f32" fmla="+- 10800 f27 0"/>
                <a:gd name="f33" fmla="+- 10800 0 f27"/>
                <a:gd name="f34" fmla="?: f28 f29 21600"/>
                <a:gd name="f35" fmla="+- 21600 0 f27"/>
                <a:gd name="f36" fmla="+- 21600 0 f29"/>
                <a:gd name="f37" fmla="*/ f27 f12 1"/>
                <a:gd name="f38" fmla="+- 21600 0 f31"/>
                <a:gd name="f39" fmla="?: f28 f36 0"/>
                <a:gd name="f40" fmla="*/ f31 f12 1"/>
                <a:gd name="f41" fmla="*/ f31 f13 1"/>
                <a:gd name="f42" fmla="*/ f32 f12 1"/>
                <a:gd name="f43" fmla="*/ f35 f12 1"/>
                <a:gd name="f44" fmla="*/ f33 f12 1"/>
                <a:gd name="f45" fmla="*/ f34 f13 1"/>
                <a:gd name="f46" fmla="*/ f38 f12 1"/>
                <a:gd name="f47" fmla="*/ f38 f13 1"/>
                <a:gd name="f48" fmla="*/ f39 f13 1"/>
              </a:gdLst>
              <a:ahLst>
                <a:ahXY gdRefX="f0" minX="f6" maxX="f7">
                  <a:pos x="f19" y="f2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2" y="f21"/>
                </a:cxn>
                <a:cxn ang="f30">
                  <a:pos x="f23" y="f48"/>
                </a:cxn>
                <a:cxn ang="f30">
                  <a:pos x="f43" y="f24"/>
                </a:cxn>
                <a:cxn ang="f30">
                  <a:pos x="f44" y="f25"/>
                </a:cxn>
                <a:cxn ang="f30">
                  <a:pos x="f23" y="f45"/>
                </a:cxn>
                <a:cxn ang="f30">
                  <a:pos x="f37" y="f24"/>
                </a:cxn>
              </a:cxnLst>
              <a:rect l="f40" t="f41" r="f46" b="f47"/>
              <a:pathLst>
                <a:path w="21600" h="21600">
                  <a:moveTo>
                    <a:pt x="f16" y="f6"/>
                  </a:moveTo>
                  <a:lnTo>
                    <a:pt x="f7" y="f6"/>
                  </a:lnTo>
                  <a:lnTo>
                    <a:pt x="f1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CED4DA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22F0FF51-5234-418C-8524-5AA59ED7F605}"/>
                </a:ext>
              </a:extLst>
            </p:cNvPr>
            <p:cNvSpPr/>
            <p:nvPr/>
          </p:nvSpPr>
          <p:spPr>
            <a:xfrm rot="5400000" flipH="1" flipV="1">
              <a:off x="4759201" y="2456640"/>
              <a:ext cx="1371599" cy="1463039"/>
            </a:xfrm>
            <a:custGeom>
              <a:avLst>
                <a:gd name="f0" fmla="val 10921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*/ 21600 10800 1"/>
                <a:gd name="f9" fmla="val -2147483647"/>
                <a:gd name="f10" fmla="val 2147483647"/>
                <a:gd name="f11" fmla="+- 0 0 0"/>
                <a:gd name="f12" fmla="*/ f4 1 21600"/>
                <a:gd name="f13" fmla="*/ f5 1 21600"/>
                <a:gd name="f14" fmla="pin 0 f0 21600"/>
                <a:gd name="f15" fmla="*/ f11 f1 1"/>
                <a:gd name="f16" fmla="val f14"/>
                <a:gd name="f17" fmla="+- 21600 0 f14"/>
                <a:gd name="f18" fmla="*/ f14 10 1"/>
                <a:gd name="f19" fmla="*/ f14 f12 1"/>
                <a:gd name="f20" fmla="*/ f6 f13 1"/>
                <a:gd name="f21" fmla="*/ 0 f13 1"/>
                <a:gd name="f22" fmla="*/ f15 1 f3"/>
                <a:gd name="f23" fmla="*/ 10800 f12 1"/>
                <a:gd name="f24" fmla="*/ 10800 f13 1"/>
                <a:gd name="f25" fmla="*/ 21600 f13 1"/>
                <a:gd name="f26" fmla="*/ f18 1 24"/>
                <a:gd name="f27" fmla="*/ f16 1 2"/>
                <a:gd name="f28" fmla="+- f16 0 10800"/>
                <a:gd name="f29" fmla="*/ f8 1 f16"/>
                <a:gd name="f30" fmla="+- f22 0 f2"/>
                <a:gd name="f31" fmla="+- f26 1750 0"/>
                <a:gd name="f32" fmla="+- 10800 f27 0"/>
                <a:gd name="f33" fmla="+- 10800 0 f27"/>
                <a:gd name="f34" fmla="?: f28 f29 21600"/>
                <a:gd name="f35" fmla="+- 21600 0 f27"/>
                <a:gd name="f36" fmla="+- 21600 0 f29"/>
                <a:gd name="f37" fmla="*/ f27 f12 1"/>
                <a:gd name="f38" fmla="+- 21600 0 f31"/>
                <a:gd name="f39" fmla="?: f28 f36 0"/>
                <a:gd name="f40" fmla="*/ f31 f12 1"/>
                <a:gd name="f41" fmla="*/ f31 f13 1"/>
                <a:gd name="f42" fmla="*/ f32 f12 1"/>
                <a:gd name="f43" fmla="*/ f35 f12 1"/>
                <a:gd name="f44" fmla="*/ f33 f12 1"/>
                <a:gd name="f45" fmla="*/ f34 f13 1"/>
                <a:gd name="f46" fmla="*/ f38 f12 1"/>
                <a:gd name="f47" fmla="*/ f38 f13 1"/>
                <a:gd name="f48" fmla="*/ f39 f13 1"/>
              </a:gdLst>
              <a:ahLst>
                <a:ahXY gdRefX="f0" minX="f6" maxX="f7">
                  <a:pos x="f19" y="f2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2" y="f21"/>
                </a:cxn>
                <a:cxn ang="f30">
                  <a:pos x="f23" y="f48"/>
                </a:cxn>
                <a:cxn ang="f30">
                  <a:pos x="f43" y="f24"/>
                </a:cxn>
                <a:cxn ang="f30">
                  <a:pos x="f44" y="f25"/>
                </a:cxn>
                <a:cxn ang="f30">
                  <a:pos x="f23" y="f45"/>
                </a:cxn>
                <a:cxn ang="f30">
                  <a:pos x="f37" y="f24"/>
                </a:cxn>
              </a:cxnLst>
              <a:rect l="f40" t="f41" r="f46" b="f47"/>
              <a:pathLst>
                <a:path w="21600" h="21600">
                  <a:moveTo>
                    <a:pt x="f16" y="f6"/>
                  </a:moveTo>
                  <a:lnTo>
                    <a:pt x="f7" y="f6"/>
                  </a:lnTo>
                  <a:lnTo>
                    <a:pt x="f1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ADB5B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9FE96901-BF58-490B-9044-7BAB881B5AD7}"/>
                </a:ext>
              </a:extLst>
            </p:cNvPr>
            <p:cNvSpPr/>
            <p:nvPr/>
          </p:nvSpPr>
          <p:spPr>
            <a:xfrm rot="5400000" flipH="1" flipV="1">
              <a:off x="3882601" y="1368000"/>
              <a:ext cx="1371599" cy="1463039"/>
            </a:xfrm>
            <a:custGeom>
              <a:avLst>
                <a:gd name="f0" fmla="val 10921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*/ 21600 10800 1"/>
                <a:gd name="f9" fmla="val -2147483647"/>
                <a:gd name="f10" fmla="val 2147483647"/>
                <a:gd name="f11" fmla="+- 0 0 0"/>
                <a:gd name="f12" fmla="*/ f4 1 21600"/>
                <a:gd name="f13" fmla="*/ f5 1 21600"/>
                <a:gd name="f14" fmla="pin 0 f0 21600"/>
                <a:gd name="f15" fmla="*/ f11 f1 1"/>
                <a:gd name="f16" fmla="val f14"/>
                <a:gd name="f17" fmla="+- 21600 0 f14"/>
                <a:gd name="f18" fmla="*/ f14 10 1"/>
                <a:gd name="f19" fmla="*/ f14 f12 1"/>
                <a:gd name="f20" fmla="*/ f6 f13 1"/>
                <a:gd name="f21" fmla="*/ 0 f13 1"/>
                <a:gd name="f22" fmla="*/ f15 1 f3"/>
                <a:gd name="f23" fmla="*/ 10800 f12 1"/>
                <a:gd name="f24" fmla="*/ 10800 f13 1"/>
                <a:gd name="f25" fmla="*/ 21600 f13 1"/>
                <a:gd name="f26" fmla="*/ f18 1 24"/>
                <a:gd name="f27" fmla="*/ f16 1 2"/>
                <a:gd name="f28" fmla="+- f16 0 10800"/>
                <a:gd name="f29" fmla="*/ f8 1 f16"/>
                <a:gd name="f30" fmla="+- f22 0 f2"/>
                <a:gd name="f31" fmla="+- f26 1750 0"/>
                <a:gd name="f32" fmla="+- 10800 f27 0"/>
                <a:gd name="f33" fmla="+- 10800 0 f27"/>
                <a:gd name="f34" fmla="?: f28 f29 21600"/>
                <a:gd name="f35" fmla="+- 21600 0 f27"/>
                <a:gd name="f36" fmla="+- 21600 0 f29"/>
                <a:gd name="f37" fmla="*/ f27 f12 1"/>
                <a:gd name="f38" fmla="+- 21600 0 f31"/>
                <a:gd name="f39" fmla="?: f28 f36 0"/>
                <a:gd name="f40" fmla="*/ f31 f12 1"/>
                <a:gd name="f41" fmla="*/ f31 f13 1"/>
                <a:gd name="f42" fmla="*/ f32 f12 1"/>
                <a:gd name="f43" fmla="*/ f35 f12 1"/>
                <a:gd name="f44" fmla="*/ f33 f12 1"/>
                <a:gd name="f45" fmla="*/ f34 f13 1"/>
                <a:gd name="f46" fmla="*/ f38 f12 1"/>
                <a:gd name="f47" fmla="*/ f38 f13 1"/>
                <a:gd name="f48" fmla="*/ f39 f13 1"/>
              </a:gdLst>
              <a:ahLst>
                <a:ahXY gdRefX="f0" minX="f6" maxX="f7">
                  <a:pos x="f19" y="f2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2" y="f21"/>
                </a:cxn>
                <a:cxn ang="f30">
                  <a:pos x="f23" y="f48"/>
                </a:cxn>
                <a:cxn ang="f30">
                  <a:pos x="f43" y="f24"/>
                </a:cxn>
                <a:cxn ang="f30">
                  <a:pos x="f44" y="f25"/>
                </a:cxn>
                <a:cxn ang="f30">
                  <a:pos x="f23" y="f45"/>
                </a:cxn>
                <a:cxn ang="f30">
                  <a:pos x="f37" y="f24"/>
                </a:cxn>
              </a:cxnLst>
              <a:rect l="f40" t="f41" r="f46" b="f47"/>
              <a:pathLst>
                <a:path w="21600" h="21600">
                  <a:moveTo>
                    <a:pt x="f16" y="f6"/>
                  </a:moveTo>
                  <a:lnTo>
                    <a:pt x="f7" y="f6"/>
                  </a:lnTo>
                  <a:lnTo>
                    <a:pt x="f1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6C757D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23B2E26E-6BB9-4E28-87AE-F1EB3E5FEF31}"/>
                </a:ext>
              </a:extLst>
            </p:cNvPr>
            <p:cNvSpPr/>
            <p:nvPr/>
          </p:nvSpPr>
          <p:spPr>
            <a:xfrm rot="5400000" flipH="1" flipV="1">
              <a:off x="4759201" y="1105560"/>
              <a:ext cx="1371599" cy="1463039"/>
            </a:xfrm>
            <a:custGeom>
              <a:avLst>
                <a:gd name="f0" fmla="val 10921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*/ 21600 10800 1"/>
                <a:gd name="f9" fmla="val -2147483647"/>
                <a:gd name="f10" fmla="val 2147483647"/>
                <a:gd name="f11" fmla="+- 0 0 0"/>
                <a:gd name="f12" fmla="*/ f4 1 21600"/>
                <a:gd name="f13" fmla="*/ f5 1 21600"/>
                <a:gd name="f14" fmla="pin 0 f0 21600"/>
                <a:gd name="f15" fmla="*/ f11 f1 1"/>
                <a:gd name="f16" fmla="val f14"/>
                <a:gd name="f17" fmla="+- 21600 0 f14"/>
                <a:gd name="f18" fmla="*/ f14 10 1"/>
                <a:gd name="f19" fmla="*/ f14 f12 1"/>
                <a:gd name="f20" fmla="*/ f6 f13 1"/>
                <a:gd name="f21" fmla="*/ 0 f13 1"/>
                <a:gd name="f22" fmla="*/ f15 1 f3"/>
                <a:gd name="f23" fmla="*/ 10800 f12 1"/>
                <a:gd name="f24" fmla="*/ 10800 f13 1"/>
                <a:gd name="f25" fmla="*/ 21600 f13 1"/>
                <a:gd name="f26" fmla="*/ f18 1 24"/>
                <a:gd name="f27" fmla="*/ f16 1 2"/>
                <a:gd name="f28" fmla="+- f16 0 10800"/>
                <a:gd name="f29" fmla="*/ f8 1 f16"/>
                <a:gd name="f30" fmla="+- f22 0 f2"/>
                <a:gd name="f31" fmla="+- f26 1750 0"/>
                <a:gd name="f32" fmla="+- 10800 f27 0"/>
                <a:gd name="f33" fmla="+- 10800 0 f27"/>
                <a:gd name="f34" fmla="?: f28 f29 21600"/>
                <a:gd name="f35" fmla="+- 21600 0 f27"/>
                <a:gd name="f36" fmla="+- 21600 0 f29"/>
                <a:gd name="f37" fmla="*/ f27 f12 1"/>
                <a:gd name="f38" fmla="+- 21600 0 f31"/>
                <a:gd name="f39" fmla="?: f28 f36 0"/>
                <a:gd name="f40" fmla="*/ f31 f12 1"/>
                <a:gd name="f41" fmla="*/ f31 f13 1"/>
                <a:gd name="f42" fmla="*/ f32 f12 1"/>
                <a:gd name="f43" fmla="*/ f35 f12 1"/>
                <a:gd name="f44" fmla="*/ f33 f12 1"/>
                <a:gd name="f45" fmla="*/ f34 f13 1"/>
                <a:gd name="f46" fmla="*/ f38 f12 1"/>
                <a:gd name="f47" fmla="*/ f38 f13 1"/>
                <a:gd name="f48" fmla="*/ f39 f13 1"/>
              </a:gdLst>
              <a:ahLst>
                <a:ahXY gdRefX="f0" minX="f6" maxX="f7">
                  <a:pos x="f19" y="f2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2" y="f21"/>
                </a:cxn>
                <a:cxn ang="f30">
                  <a:pos x="f23" y="f48"/>
                </a:cxn>
                <a:cxn ang="f30">
                  <a:pos x="f43" y="f24"/>
                </a:cxn>
                <a:cxn ang="f30">
                  <a:pos x="f44" y="f25"/>
                </a:cxn>
                <a:cxn ang="f30">
                  <a:pos x="f23" y="f45"/>
                </a:cxn>
                <a:cxn ang="f30">
                  <a:pos x="f37" y="f24"/>
                </a:cxn>
              </a:cxnLst>
              <a:rect l="f40" t="f41" r="f46" b="f47"/>
              <a:pathLst>
                <a:path w="21600" h="21600">
                  <a:moveTo>
                    <a:pt x="f16" y="f6"/>
                  </a:moveTo>
                  <a:lnTo>
                    <a:pt x="f7" y="f6"/>
                  </a:lnTo>
                  <a:lnTo>
                    <a:pt x="f1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343A40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D2B13555-8655-4840-AD78-9F9406E35FF1}"/>
                </a:ext>
              </a:extLst>
            </p:cNvPr>
            <p:cNvSpPr/>
            <p:nvPr/>
          </p:nvSpPr>
          <p:spPr>
            <a:xfrm rot="5400000" flipH="1" flipV="1">
              <a:off x="3882601" y="4068359"/>
              <a:ext cx="1371599" cy="1463039"/>
            </a:xfrm>
            <a:custGeom>
              <a:avLst>
                <a:gd name="f0" fmla="val 10921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*/ 21600 10800 1"/>
                <a:gd name="f9" fmla="val -2147483647"/>
                <a:gd name="f10" fmla="val 2147483647"/>
                <a:gd name="f11" fmla="+- 0 0 0"/>
                <a:gd name="f12" fmla="*/ f4 1 21600"/>
                <a:gd name="f13" fmla="*/ f5 1 21600"/>
                <a:gd name="f14" fmla="pin 0 f0 21600"/>
                <a:gd name="f15" fmla="*/ f11 f1 1"/>
                <a:gd name="f16" fmla="val f14"/>
                <a:gd name="f17" fmla="+- 21600 0 f14"/>
                <a:gd name="f18" fmla="*/ f14 10 1"/>
                <a:gd name="f19" fmla="*/ f14 f12 1"/>
                <a:gd name="f20" fmla="*/ f6 f13 1"/>
                <a:gd name="f21" fmla="*/ 0 f13 1"/>
                <a:gd name="f22" fmla="*/ f15 1 f3"/>
                <a:gd name="f23" fmla="*/ 10800 f12 1"/>
                <a:gd name="f24" fmla="*/ 10800 f13 1"/>
                <a:gd name="f25" fmla="*/ 21600 f13 1"/>
                <a:gd name="f26" fmla="*/ f18 1 24"/>
                <a:gd name="f27" fmla="*/ f16 1 2"/>
                <a:gd name="f28" fmla="+- f16 0 10800"/>
                <a:gd name="f29" fmla="*/ f8 1 f16"/>
                <a:gd name="f30" fmla="+- f22 0 f2"/>
                <a:gd name="f31" fmla="+- f26 1750 0"/>
                <a:gd name="f32" fmla="+- 10800 f27 0"/>
                <a:gd name="f33" fmla="+- 10800 0 f27"/>
                <a:gd name="f34" fmla="?: f28 f29 21600"/>
                <a:gd name="f35" fmla="+- 21600 0 f27"/>
                <a:gd name="f36" fmla="+- 21600 0 f29"/>
                <a:gd name="f37" fmla="*/ f27 f12 1"/>
                <a:gd name="f38" fmla="+- 21600 0 f31"/>
                <a:gd name="f39" fmla="?: f28 f36 0"/>
                <a:gd name="f40" fmla="*/ f31 f12 1"/>
                <a:gd name="f41" fmla="*/ f31 f13 1"/>
                <a:gd name="f42" fmla="*/ f32 f12 1"/>
                <a:gd name="f43" fmla="*/ f35 f12 1"/>
                <a:gd name="f44" fmla="*/ f33 f12 1"/>
                <a:gd name="f45" fmla="*/ f34 f13 1"/>
                <a:gd name="f46" fmla="*/ f38 f12 1"/>
                <a:gd name="f47" fmla="*/ f38 f13 1"/>
                <a:gd name="f48" fmla="*/ f39 f13 1"/>
              </a:gdLst>
              <a:ahLst>
                <a:ahXY gdRefX="f0" minX="f6" maxX="f7">
                  <a:pos x="f19" y="f20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2" y="f21"/>
                </a:cxn>
                <a:cxn ang="f30">
                  <a:pos x="f23" y="f48"/>
                </a:cxn>
                <a:cxn ang="f30">
                  <a:pos x="f43" y="f24"/>
                </a:cxn>
                <a:cxn ang="f30">
                  <a:pos x="f44" y="f25"/>
                </a:cxn>
                <a:cxn ang="f30">
                  <a:pos x="f23" y="f45"/>
                </a:cxn>
                <a:cxn ang="f30">
                  <a:pos x="f37" y="f24"/>
                </a:cxn>
              </a:cxnLst>
              <a:rect l="f40" t="f41" r="f46" b="f47"/>
              <a:pathLst>
                <a:path w="21600" h="21600">
                  <a:moveTo>
                    <a:pt x="f16" y="f6"/>
                  </a:moveTo>
                  <a:lnTo>
                    <a:pt x="f7" y="f6"/>
                  </a:lnTo>
                  <a:lnTo>
                    <a:pt x="f1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E9ECEF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0C5E3C5-8513-43B6-845B-A27B1B6E7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3F58BCFB-13A4-41C3-9566-8A6013028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18000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5" name="Дата 14">
            <a:extLst>
              <a:ext uri="{FF2B5EF4-FFF2-40B4-BE49-F238E27FC236}">
                <a16:creationId xmlns:a16="http://schemas.microsoft.com/office/drawing/2014/main" id="{1D958AAA-BB9F-43B0-B2DE-5E52EF23916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6" name="Нижний колонтитул 15">
            <a:extLst>
              <a:ext uri="{FF2B5EF4-FFF2-40B4-BE49-F238E27FC236}">
                <a16:creationId xmlns:a16="http://schemas.microsoft.com/office/drawing/2014/main" id="{2EEDC9FE-C585-432E-9E1B-ABA959F9A69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721647CE-1BA3-4232-8AE2-5DE229AA7A3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A4AD1D5B-4AD8-402F-8BE6-EBE32A48D7BC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52FDB088-C31B-41FC-BD41-EE73AD12F4BE}"/>
              </a:ext>
            </a:extLst>
          </p:cNvPr>
          <p:cNvSpPr>
            <a:spLocks noMove="1" noResize="1"/>
          </p:cNvSpPr>
          <p:nvPr/>
        </p:nvSpPr>
        <p:spPr>
          <a:xfrm>
            <a:off x="6771960" y="1300319"/>
            <a:ext cx="861839" cy="182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3A30BE05-9CE3-4414-A368-0793B09A9320}"/>
              </a:ext>
            </a:extLst>
          </p:cNvPr>
          <p:cNvSpPr>
            <a:spLocks noMove="1" noResize="1"/>
          </p:cNvSpPr>
          <p:nvPr/>
        </p:nvSpPr>
        <p:spPr>
          <a:xfrm>
            <a:off x="5813280" y="3854879"/>
            <a:ext cx="861839" cy="182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82900823-87AB-405E-9727-0E1A7B8C7CA6}"/>
              </a:ext>
            </a:extLst>
          </p:cNvPr>
          <p:cNvSpPr>
            <a:spLocks noMove="1" noResize="1"/>
          </p:cNvSpPr>
          <p:nvPr/>
        </p:nvSpPr>
        <p:spPr>
          <a:xfrm>
            <a:off x="7589519" y="2560319"/>
            <a:ext cx="2194560" cy="21945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A15BED82-C34D-4F7E-AF4F-A67F40E71367}"/>
              </a:ext>
            </a:extLst>
          </p:cNvPr>
          <p:cNvSpPr>
            <a:spLocks noMove="1" noResize="1"/>
          </p:cNvSpPr>
          <p:nvPr/>
        </p:nvSpPr>
        <p:spPr>
          <a:xfrm>
            <a:off x="3200400" y="731519"/>
            <a:ext cx="1684800" cy="164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6EE8D3FE-BCDA-456D-8676-C4983E5B3A56}"/>
              </a:ext>
            </a:extLst>
          </p:cNvPr>
          <p:cNvSpPr>
            <a:spLocks noMove="1" noResize="1"/>
          </p:cNvSpPr>
          <p:nvPr/>
        </p:nvSpPr>
        <p:spPr>
          <a:xfrm>
            <a:off x="1424159" y="3489120"/>
            <a:ext cx="1684800" cy="164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7E34F99C-23F0-4B5B-AB6E-7031EBD27D62}"/>
              </a:ext>
            </a:extLst>
          </p:cNvPr>
          <p:cNvSpPr>
            <a:spLocks noMove="1" noResize="1"/>
          </p:cNvSpPr>
          <p:nvPr/>
        </p:nvSpPr>
        <p:spPr>
          <a:xfrm rot="5400000">
            <a:off x="477899" y="2123460"/>
            <a:ext cx="1848600" cy="1401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36" h="3895">
                <a:moveTo>
                  <a:pt x="0" y="3556"/>
                </a:moveTo>
                <a:cubicBezTo>
                  <a:pt x="2540" y="4826"/>
                  <a:pt x="5588" y="2286"/>
                  <a:pt x="508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headEnd type="arrow"/>
            <a:tailEnd type="arrow"/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C1A73064-5DEA-4727-BA77-44D05FC0107C}"/>
              </a:ext>
            </a:extLst>
          </p:cNvPr>
          <p:cNvSpPr>
            <a:spLocks noMove="1" noResize="1"/>
          </p:cNvSpPr>
          <p:nvPr/>
        </p:nvSpPr>
        <p:spPr>
          <a:xfrm rot="2700000">
            <a:off x="3179101" y="3601690"/>
            <a:ext cx="1616040" cy="788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90" h="2190">
                <a:moveTo>
                  <a:pt x="0" y="933"/>
                </a:moveTo>
                <a:cubicBezTo>
                  <a:pt x="1078" y="933"/>
                  <a:pt x="1078" y="1652"/>
                  <a:pt x="1616" y="1113"/>
                </a:cubicBezTo>
                <a:cubicBezTo>
                  <a:pt x="2155" y="574"/>
                  <a:pt x="3412" y="2190"/>
                  <a:pt x="2335" y="2190"/>
                </a:cubicBezTo>
                <a:cubicBezTo>
                  <a:pt x="1257" y="2190"/>
                  <a:pt x="3412" y="-324"/>
                  <a:pt x="4490" y="35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headEnd type="arrow"/>
            <a:tailEnd type="arrow"/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B0BA5144-7104-4E22-9133-FF42A37F017A}"/>
              </a:ext>
            </a:extLst>
          </p:cNvPr>
          <p:cNvSpPr>
            <a:spLocks noMove="1" noResize="1"/>
          </p:cNvSpPr>
          <p:nvPr/>
        </p:nvSpPr>
        <p:spPr>
          <a:xfrm rot="2700000">
            <a:off x="7460657" y="2290029"/>
            <a:ext cx="1065960" cy="12398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62" h="3445">
                <a:moveTo>
                  <a:pt x="2335" y="3445"/>
                </a:moveTo>
                <a:cubicBezTo>
                  <a:pt x="1257" y="3445"/>
                  <a:pt x="3412" y="1649"/>
                  <a:pt x="2874" y="1111"/>
                </a:cubicBezTo>
                <a:cubicBezTo>
                  <a:pt x="2335" y="572"/>
                  <a:pt x="180" y="2368"/>
                  <a:pt x="1257" y="2368"/>
                </a:cubicBezTo>
                <a:cubicBezTo>
                  <a:pt x="2335" y="2368"/>
                  <a:pt x="1078" y="-326"/>
                  <a:pt x="0" y="33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headEnd type="arrow"/>
            <a:tailEnd type="arrow"/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1740C415-0FD2-4ED1-A6F2-66BD1765096D}"/>
              </a:ext>
            </a:extLst>
          </p:cNvPr>
          <p:cNvSpPr>
            <a:spLocks noMove="1" noResize="1"/>
          </p:cNvSpPr>
          <p:nvPr/>
        </p:nvSpPr>
        <p:spPr>
          <a:xfrm>
            <a:off x="1424159" y="4754879"/>
            <a:ext cx="861839" cy="182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C8B1600D-262D-434B-8D9A-653AB129F721}"/>
              </a:ext>
            </a:extLst>
          </p:cNvPr>
          <p:cNvSpPr>
            <a:spLocks noMove="1" noResize="1"/>
          </p:cNvSpPr>
          <p:nvPr/>
        </p:nvSpPr>
        <p:spPr>
          <a:xfrm>
            <a:off x="2887200" y="1300319"/>
            <a:ext cx="861839" cy="182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84EE37F-B9B6-4B25-A56B-DE29267DA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C2D5BC6-57F7-4412-AE3E-1EEBD2B4F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18000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4" name="Дата 13">
            <a:extLst>
              <a:ext uri="{FF2B5EF4-FFF2-40B4-BE49-F238E27FC236}">
                <a16:creationId xmlns:a16="http://schemas.microsoft.com/office/drawing/2014/main" id="{A209330C-CA25-4EF3-B972-298BB47EDC6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7AEBCC3E-190D-4805-A45A-6479210A934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92242BC4-E677-4300-AADA-2264837225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996DEE68-4028-4470-A40B-B6D7E23E9332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BD865C7-8980-4513-B396-68B40849957E}"/>
              </a:ext>
            </a:extLst>
          </p:cNvPr>
          <p:cNvGrpSpPr/>
          <p:nvPr/>
        </p:nvGrpSpPr>
        <p:grpSpPr>
          <a:xfrm>
            <a:off x="2982960" y="1548000"/>
            <a:ext cx="5982480" cy="3187439"/>
            <a:chOff x="2982960" y="1548000"/>
            <a:chExt cx="5982480" cy="3187439"/>
          </a:xfrm>
        </p:grpSpPr>
        <p:sp>
          <p:nvSpPr>
            <p:cNvPr id="3" name="Полилиния: фигура 2">
              <a:extLst>
                <a:ext uri="{FF2B5EF4-FFF2-40B4-BE49-F238E27FC236}">
                  <a16:creationId xmlns:a16="http://schemas.microsoft.com/office/drawing/2014/main" id="{200F439C-AC8D-4F2C-903E-5BB01D9B9D82}"/>
                </a:ext>
              </a:extLst>
            </p:cNvPr>
            <p:cNvSpPr/>
            <p:nvPr/>
          </p:nvSpPr>
          <p:spPr>
            <a:xfrm>
              <a:off x="3570479" y="1888200"/>
              <a:ext cx="4927320" cy="26233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E9ECEF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17ED19F8-8D99-4C80-85A9-EAC8AD31CBC1}"/>
                </a:ext>
              </a:extLst>
            </p:cNvPr>
            <p:cNvSpPr/>
            <p:nvPr/>
          </p:nvSpPr>
          <p:spPr>
            <a:xfrm>
              <a:off x="3763800" y="1585440"/>
              <a:ext cx="4927320" cy="26233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18360">
              <a:solidFill>
                <a:srgbClr val="000000"/>
              </a:solidFill>
              <a:prstDash val="solid"/>
            </a:ln>
          </p:spPr>
          <p:txBody>
            <a:bodyPr wrap="none" lIns="99000" tIns="54000" rIns="99000" bIns="54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91F37B-BB16-4D85-ACC7-992A01EF0610}"/>
                </a:ext>
              </a:extLst>
            </p:cNvPr>
            <p:cNvSpPr txBox="1">
              <a:spLocks noMove="1" noResize="1"/>
            </p:cNvSpPr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ru-RU" sz="8000" b="0" i="0" u="none" strike="noStrike" kern="1200" cap="none">
                  <a:ln>
                    <a:noFill/>
                  </a:ln>
                  <a:latin typeface="Noto Sans" pitchFamily="34"/>
                  <a:ea typeface="Noto Sans CJK SC" pitchFamily="2"/>
                  <a:cs typeface="Noto Sans Devanagari" pitchFamily="2"/>
                </a:rPr>
                <a:t>“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4BB567-6587-4A96-9D0E-7A586C74E493}"/>
                </a:ext>
              </a:extLst>
            </p:cNvPr>
            <p:cNvSpPr txBox="1">
              <a:spLocks noMove="1" noResize="1"/>
            </p:cNvSpPr>
            <p:nvPr/>
          </p:nvSpPr>
          <p:spPr>
            <a:xfrm>
              <a:off x="7868160" y="3399839"/>
              <a:ext cx="1097280" cy="13356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0000" tIns="45000" rIns="90000" bIns="45000" anchorCtr="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ru-RU" sz="7200" b="0" i="0" u="none" strike="noStrike" kern="1200" cap="none">
                  <a:ln>
                    <a:noFill/>
                  </a:ln>
                  <a:latin typeface="Noto Sans" pitchFamily="34"/>
                  <a:ea typeface="Noto Sans CJK SC" pitchFamily="2"/>
                  <a:cs typeface="Noto Sans Devanagari" pitchFamily="2"/>
                </a:rPr>
                <a:t>”</a:t>
              </a: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27883D36-6F6C-4D0A-B4CC-29D49466BD0B}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2982960" y="4117320"/>
              <a:ext cx="1044719" cy="3027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olid"/>
            </a:ln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B6A85C8-08E5-48FF-A521-8EE77ADAAD32}"/>
              </a:ext>
            </a:extLst>
          </p:cNvPr>
          <p:cNvGrpSpPr/>
          <p:nvPr/>
        </p:nvGrpSpPr>
        <p:grpSpPr>
          <a:xfrm>
            <a:off x="-908280" y="-397772"/>
            <a:ext cx="3760920" cy="6486120"/>
            <a:chOff x="-908280" y="-397772"/>
            <a:chExt cx="3760920" cy="6486120"/>
          </a:xfrm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F1D88CE9-E5B7-4781-AE53-28D31AAC6AF1}"/>
                </a:ext>
              </a:extLst>
            </p:cNvPr>
            <p:cNvSpPr/>
            <p:nvPr/>
          </p:nvSpPr>
          <p:spPr>
            <a:xfrm>
              <a:off x="-228960" y="516168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EB007E77-4C0E-462A-A974-F7CF7E821B32}"/>
                </a:ext>
              </a:extLst>
            </p:cNvPr>
            <p:cNvSpPr/>
            <p:nvPr/>
          </p:nvSpPr>
          <p:spPr>
            <a:xfrm rot="5357400">
              <a:off x="-219972" y="4489048"/>
              <a:ext cx="106848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2002BD4-3D95-4A91-B729-6844F2F8DF62}"/>
                </a:ext>
              </a:extLst>
            </p:cNvPr>
            <p:cNvSpPr/>
            <p:nvPr/>
          </p:nvSpPr>
          <p:spPr>
            <a:xfrm>
              <a:off x="-228960" y="3826079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blipFill>
              <a:blip r:embed="rId13"/>
              <a:tile sx="74764" sy="74764" algn="tl"/>
            </a:blip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0E68A3FB-FD07-4AE2-A15D-7D1A9BD338D1}"/>
                </a:ext>
              </a:extLst>
            </p:cNvPr>
            <p:cNvSpPr/>
            <p:nvPr/>
          </p:nvSpPr>
          <p:spPr>
            <a:xfrm rot="5357400">
              <a:off x="-222309" y="3154708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44B2C85C-6107-4E52-84BF-5671A732EF93}"/>
                </a:ext>
              </a:extLst>
            </p:cNvPr>
            <p:cNvSpPr/>
            <p:nvPr/>
          </p:nvSpPr>
          <p:spPr>
            <a:xfrm>
              <a:off x="455040" y="447768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B9309E0-98B0-4E79-ABA1-A253CDE592C9}"/>
                </a:ext>
              </a:extLst>
            </p:cNvPr>
            <p:cNvSpPr/>
            <p:nvPr/>
          </p:nvSpPr>
          <p:spPr>
            <a:xfrm rot="5357400">
              <a:off x="470691" y="3821428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F71F336E-2897-4B7D-824B-03C8A6E4A210}"/>
                </a:ext>
              </a:extLst>
            </p:cNvPr>
            <p:cNvSpPr/>
            <p:nvPr/>
          </p:nvSpPr>
          <p:spPr>
            <a:xfrm>
              <a:off x="1158840" y="517068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5FC5E728-74BA-4838-B184-FE1D715C7A64}"/>
                </a:ext>
              </a:extLst>
            </p:cNvPr>
            <p:cNvSpPr/>
            <p:nvPr/>
          </p:nvSpPr>
          <p:spPr>
            <a:xfrm rot="5357400">
              <a:off x="461692" y="5170708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ECE00FA5-A2CA-40D9-BC2D-49FC8B1149BF}"/>
                </a:ext>
              </a:extLst>
            </p:cNvPr>
            <p:cNvSpPr/>
            <p:nvPr/>
          </p:nvSpPr>
          <p:spPr>
            <a:xfrm rot="16242600" flipH="1">
              <a:off x="533993" y="725150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3236A000-5F83-4C1A-AB15-BD1B1B4A2B2D}"/>
                </a:ext>
              </a:extLst>
            </p:cNvPr>
            <p:cNvSpPr/>
            <p:nvPr/>
          </p:nvSpPr>
          <p:spPr>
            <a:xfrm rot="16242600" flipH="1">
              <a:off x="1186313" y="1401230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BE19FE37-8F86-4926-8FC1-40AF3E663FDD}"/>
                </a:ext>
              </a:extLst>
            </p:cNvPr>
            <p:cNvSpPr/>
            <p:nvPr/>
          </p:nvSpPr>
          <p:spPr>
            <a:xfrm flipH="1">
              <a:off x="-248040" y="246204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E9F4F461-5E7F-438E-BB7F-A15BD26825D7}"/>
                </a:ext>
              </a:extLst>
            </p:cNvPr>
            <p:cNvSpPr/>
            <p:nvPr/>
          </p:nvSpPr>
          <p:spPr>
            <a:xfrm>
              <a:off x="1107720" y="113508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5400A968-DC00-48F7-A294-CE88DBAFD675}"/>
                </a:ext>
              </a:extLst>
            </p:cNvPr>
            <p:cNvSpPr/>
            <p:nvPr/>
          </p:nvSpPr>
          <p:spPr>
            <a:xfrm rot="5357400">
              <a:off x="1103212" y="1801828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473B53C7-8441-41B9-A16B-FAEA909E7825}"/>
                </a:ext>
              </a:extLst>
            </p:cNvPr>
            <p:cNvSpPr/>
            <p:nvPr/>
          </p:nvSpPr>
          <p:spPr>
            <a:xfrm rot="5357400">
              <a:off x="414532" y="1143028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blipFill>
              <a:blip r:embed="rId14"/>
              <a:tile sx="74764" sy="74764" algn="tl"/>
            </a:blip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2D72D55C-A2AC-4FAF-9809-24962D10FF77}"/>
                </a:ext>
              </a:extLst>
            </p:cNvPr>
            <p:cNvSpPr/>
            <p:nvPr/>
          </p:nvSpPr>
          <p:spPr>
            <a:xfrm>
              <a:off x="439200" y="181116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03A05E3-AFDC-4FEB-B2D3-2B6D2CB4CC03}"/>
                </a:ext>
              </a:extLst>
            </p:cNvPr>
            <p:cNvSpPr/>
            <p:nvPr/>
          </p:nvSpPr>
          <p:spPr>
            <a:xfrm>
              <a:off x="423720" y="451079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E40831E8-0A2F-4144-87B9-3E30F3777B95}"/>
                </a:ext>
              </a:extLst>
            </p:cNvPr>
            <p:cNvSpPr/>
            <p:nvPr/>
          </p:nvSpPr>
          <p:spPr>
            <a:xfrm rot="5357400">
              <a:off x="-246788" y="438868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E9EA31A2-5837-423D-B0B2-A0F115FE94F3}"/>
                </a:ext>
              </a:extLst>
            </p:cNvPr>
            <p:cNvSpPr/>
            <p:nvPr/>
          </p:nvSpPr>
          <p:spPr>
            <a:xfrm rot="5357400">
              <a:off x="435052" y="-246572"/>
              <a:ext cx="106884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AB4C42F8-499F-4B25-8462-2E6960544108}"/>
                </a:ext>
              </a:extLst>
            </p:cNvPr>
            <p:cNvSpPr/>
            <p:nvPr/>
          </p:nvSpPr>
          <p:spPr>
            <a:xfrm>
              <a:off x="1779480" y="179460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6757A84F-AA53-48C7-9770-4E493675D6C2}"/>
                </a:ext>
              </a:extLst>
            </p:cNvPr>
            <p:cNvSpPr/>
            <p:nvPr/>
          </p:nvSpPr>
          <p:spPr>
            <a:xfrm>
              <a:off x="1106280" y="-25704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blipFill>
              <a:blip r:embed="rId13"/>
              <a:tile sx="74764" sy="74764" algn="tl"/>
            </a:blip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D43F9F64-41DA-4988-8827-96CA4D6E143D}"/>
                </a:ext>
              </a:extLst>
            </p:cNvPr>
            <p:cNvSpPr/>
            <p:nvPr/>
          </p:nvSpPr>
          <p:spPr>
            <a:xfrm>
              <a:off x="-908280" y="1790640"/>
              <a:ext cx="1073160" cy="76644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3822"/>
                <a:gd name="f6" fmla="val 20239"/>
                <a:gd name="f7" fmla="val 5451"/>
                <a:gd name="f8" fmla="val 20418"/>
                <a:gd name="f9" fmla="val 7281"/>
                <a:gd name="f10" fmla="val 21646"/>
                <a:gd name="f11" fmla="val 8714"/>
                <a:gd name="f12" fmla="val 20776"/>
                <a:gd name="f13" fmla="val 8865"/>
                <a:gd name="f14" fmla="val 20686"/>
                <a:gd name="f15" fmla="val 8964"/>
                <a:gd name="f16" fmla="val 20455"/>
                <a:gd name="f17" fmla="val 9019"/>
                <a:gd name="f18" fmla="val 9071"/>
                <a:gd name="f19" fmla="val 20036"/>
                <a:gd name="f20" fmla="val 9053"/>
                <a:gd name="f21" fmla="val 19804"/>
                <a:gd name="f22" fmla="val 19597"/>
                <a:gd name="f23" fmla="val 8966"/>
                <a:gd name="f24" fmla="val 19288"/>
                <a:gd name="f25" fmla="val 8781"/>
                <a:gd name="f26" fmla="val 19048"/>
                <a:gd name="f27" fmla="val 18743"/>
                <a:gd name="f28" fmla="val 8601"/>
                <a:gd name="f29" fmla="val 18227"/>
                <a:gd name="f30" fmla="val 8526"/>
                <a:gd name="f31" fmla="val 17674"/>
                <a:gd name="f32" fmla="val 8560"/>
                <a:gd name="f33" fmla="val 17138"/>
                <a:gd name="f34" fmla="val 8584"/>
                <a:gd name="f35" fmla="val 16800"/>
                <a:gd name="f36" fmla="val 8662"/>
                <a:gd name="f37" fmla="val 16459"/>
                <a:gd name="f38" fmla="val 8790"/>
                <a:gd name="f39" fmla="val 16170"/>
                <a:gd name="f40" fmla="val 8923"/>
                <a:gd name="f41" fmla="val 15870"/>
                <a:gd name="f42" fmla="val 9117"/>
                <a:gd name="f43" fmla="val 15626"/>
                <a:gd name="f44" fmla="val 9326"/>
                <a:gd name="f45" fmla="val 15422"/>
                <a:gd name="f46" fmla="val 9578"/>
                <a:gd name="f47" fmla="val 15179"/>
                <a:gd name="f48" fmla="val 9865"/>
                <a:gd name="f49" fmla="val 14979"/>
                <a:gd name="f50" fmla="val 10164"/>
                <a:gd name="f51" fmla="val 14886"/>
                <a:gd name="f52" fmla="val 10338"/>
                <a:gd name="f53" fmla="val 14833"/>
                <a:gd name="f54" fmla="val 10527"/>
                <a:gd name="f55" fmla="val 10701"/>
                <a:gd name="f56" fmla="val 11112"/>
                <a:gd name="f57" fmla="val 15016"/>
                <a:gd name="f58" fmla="val 11507"/>
                <a:gd name="f59" fmla="val 15284"/>
                <a:gd name="f60" fmla="val 11846"/>
                <a:gd name="f61" fmla="val 15638"/>
                <a:gd name="f62" fmla="val 12122"/>
                <a:gd name="f63" fmla="val 15922"/>
                <a:gd name="f64" fmla="val 12397"/>
                <a:gd name="f65" fmla="val 16268"/>
                <a:gd name="f66" fmla="val 12534"/>
                <a:gd name="f67" fmla="val 16707"/>
                <a:gd name="f68" fmla="val 12687"/>
                <a:gd name="f69" fmla="val 17203"/>
                <a:gd name="f70" fmla="val 12716"/>
                <a:gd name="f71" fmla="val 17792"/>
                <a:gd name="f72" fmla="val 12641"/>
                <a:gd name="f73" fmla="val 18321"/>
                <a:gd name="f74" fmla="val 12586"/>
                <a:gd name="f75" fmla="val 18707"/>
                <a:gd name="f76" fmla="val 12368"/>
                <a:gd name="f77" fmla="val 19012"/>
                <a:gd name="f78" fmla="val 12246"/>
                <a:gd name="f79" fmla="val 19365"/>
                <a:gd name="f80" fmla="val 12151"/>
                <a:gd name="f81" fmla="val 19646"/>
                <a:gd name="f82" fmla="val 12009"/>
                <a:gd name="f83" fmla="val 19914"/>
                <a:gd name="f84" fmla="val 11983"/>
                <a:gd name="f85" fmla="val 20223"/>
                <a:gd name="f86" fmla="val 11962"/>
                <a:gd name="f87" fmla="val 20471"/>
                <a:gd name="f88" fmla="val 11930"/>
                <a:gd name="f89" fmla="val 20808"/>
                <a:gd name="f90" fmla="val 12070"/>
                <a:gd name="f91" fmla="val 20963"/>
                <a:gd name="f92" fmla="val 13488"/>
                <a:gd name="f93" fmla="val 22552"/>
                <a:gd name="f94" fmla="val 15695"/>
                <a:gd name="f95" fmla="val 20678"/>
                <a:gd name="f96" fmla="val 17507"/>
                <a:gd name="f97" fmla="val 20532"/>
                <a:gd name="f98" fmla="val 17542"/>
                <a:gd name="f99" fmla="val 20524"/>
                <a:gd name="f100" fmla="val 17438"/>
                <a:gd name="f101" fmla="val 17983"/>
                <a:gd name="f102" fmla="val 16101"/>
                <a:gd name="f103" fmla="val 14890"/>
                <a:gd name="f104" fmla="val 17235"/>
                <a:gd name="f105" fmla="val 12902"/>
                <a:gd name="f106" fmla="val 17345"/>
                <a:gd name="f107" fmla="val 12707"/>
                <a:gd name="f108" fmla="val 17586"/>
                <a:gd name="f109" fmla="val 12752"/>
                <a:gd name="f110" fmla="val 17762"/>
                <a:gd name="f111" fmla="val 12780"/>
                <a:gd name="f112" fmla="val 12817"/>
                <a:gd name="f113" fmla="val 18174"/>
                <a:gd name="f114" fmla="val 13016"/>
                <a:gd name="f115" fmla="val 18374"/>
                <a:gd name="f116" fmla="val 13150"/>
                <a:gd name="f117" fmla="val 18627"/>
                <a:gd name="f118" fmla="val 13321"/>
                <a:gd name="f119" fmla="val 18844"/>
                <a:gd name="f120" fmla="val 13626"/>
                <a:gd name="f121" fmla="val 19120"/>
                <a:gd name="f122" fmla="val 13703"/>
                <a:gd name="f123" fmla="val 19497"/>
                <a:gd name="f124" fmla="val 13809"/>
                <a:gd name="f125" fmla="val 19917"/>
                <a:gd name="f126" fmla="val 13768"/>
                <a:gd name="f127" fmla="val 20271"/>
                <a:gd name="f128" fmla="val 13553"/>
                <a:gd name="f129" fmla="val 20584"/>
                <a:gd name="f130" fmla="val 13362"/>
                <a:gd name="f131" fmla="val 20831"/>
                <a:gd name="f132" fmla="val 12975"/>
                <a:gd name="f133" fmla="val 21034"/>
                <a:gd name="f134" fmla="val 12589"/>
                <a:gd name="f135" fmla="val 21286"/>
                <a:gd name="f136" fmla="val 12114"/>
                <a:gd name="f137" fmla="val 21477"/>
                <a:gd name="f138" fmla="val 11561"/>
                <a:gd name="f139" fmla="val 21570"/>
                <a:gd name="f140" fmla="val 10984"/>
                <a:gd name="f141" fmla="val 21608"/>
                <a:gd name="f142" fmla="val 10740"/>
                <a:gd name="f143" fmla="val 10476"/>
                <a:gd name="f144" fmla="val 10232"/>
                <a:gd name="f145" fmla="val 21504"/>
                <a:gd name="f146" fmla="val 9813"/>
                <a:gd name="f147" fmla="val 21361"/>
                <a:gd name="f148" fmla="val 9411"/>
                <a:gd name="f149" fmla="val 21187"/>
                <a:gd name="f150" fmla="val 9057"/>
                <a:gd name="f151" fmla="val 21042"/>
                <a:gd name="f152" fmla="val 8764"/>
                <a:gd name="f153" fmla="val 20868"/>
                <a:gd name="f154" fmla="val 8492"/>
                <a:gd name="f155" fmla="val 20654"/>
                <a:gd name="f156" fmla="val 8305"/>
                <a:gd name="f157" fmla="val 20448"/>
                <a:gd name="f158" fmla="val 8126"/>
                <a:gd name="f159" fmla="val 20204"/>
                <a:gd name="f160" fmla="val 8016"/>
                <a:gd name="f161" fmla="val 19964"/>
                <a:gd name="f162" fmla="val 7984"/>
                <a:gd name="f163" fmla="val 19581"/>
                <a:gd name="f164" fmla="val 7935"/>
                <a:gd name="f165" fmla="val 19186"/>
                <a:gd name="f166" fmla="val 8041"/>
                <a:gd name="f167" fmla="val 18818"/>
                <a:gd name="f168" fmla="val 8199"/>
                <a:gd name="f169" fmla="val 18601"/>
                <a:gd name="f170" fmla="val 8293"/>
                <a:gd name="f171" fmla="val 18429"/>
                <a:gd name="f172" fmla="val 8553"/>
                <a:gd name="f173" fmla="val 18209"/>
                <a:gd name="f174" fmla="val 8626"/>
                <a:gd name="f175" fmla="val 18061"/>
                <a:gd name="f176" fmla="val 8675"/>
                <a:gd name="f177" fmla="val 17896"/>
                <a:gd name="f178" fmla="val 8699"/>
                <a:gd name="f179" fmla="val 17751"/>
                <a:gd name="f180" fmla="val 17597"/>
                <a:gd name="f181" fmla="val 8549"/>
                <a:gd name="f182" fmla="val 17432"/>
                <a:gd name="f183" fmla="val 8411"/>
                <a:gd name="f184" fmla="val 17368"/>
                <a:gd name="f185" fmla="val 16747"/>
                <a:gd name="f186" fmla="val 6191"/>
                <a:gd name="f187" fmla="val 17623"/>
                <a:gd name="f188" fmla="val 3631"/>
                <a:gd name="f189" fmla="val 1342"/>
                <a:gd name="f190" fmla="val 17722"/>
                <a:gd name="f191" fmla="val 1358"/>
                <a:gd name="f192" fmla="val 16089"/>
                <a:gd name="f193" fmla="val 1180"/>
                <a:gd name="f194" fmla="val 14262"/>
                <a:gd name="f195" fmla="val -48"/>
                <a:gd name="f196" fmla="val 12829"/>
                <a:gd name="f197" fmla="val 822"/>
                <a:gd name="f198" fmla="val 12679"/>
                <a:gd name="f199" fmla="val 911"/>
                <a:gd name="f200" fmla="val 12580"/>
                <a:gd name="f201" fmla="val 1143"/>
                <a:gd name="f202" fmla="val 12525"/>
                <a:gd name="f203" fmla="val 12473"/>
                <a:gd name="f204" fmla="val 1562"/>
                <a:gd name="f205" fmla="val 12490"/>
                <a:gd name="f206" fmla="val 1793"/>
                <a:gd name="f207" fmla="val 2001"/>
                <a:gd name="f208" fmla="val 12577"/>
                <a:gd name="f209" fmla="val 2310"/>
                <a:gd name="f210" fmla="val 12763"/>
                <a:gd name="f211" fmla="val 2549"/>
                <a:gd name="f212" fmla="val 2854"/>
                <a:gd name="f213" fmla="val 12942"/>
                <a:gd name="f214" fmla="val 3370"/>
                <a:gd name="f215" fmla="val 13018"/>
                <a:gd name="f216" fmla="val 3923"/>
                <a:gd name="f217" fmla="val 12983"/>
                <a:gd name="f218" fmla="val 4460"/>
                <a:gd name="f219" fmla="val 12960"/>
                <a:gd name="f220" fmla="val 4797"/>
                <a:gd name="f221" fmla="val 12882"/>
                <a:gd name="f222" fmla="val 5139"/>
                <a:gd name="f223" fmla="val 12754"/>
                <a:gd name="f224" fmla="val 5427"/>
                <a:gd name="f225" fmla="val 12621"/>
                <a:gd name="f226" fmla="val 5728"/>
                <a:gd name="f227" fmla="val 12426"/>
                <a:gd name="f228" fmla="val 5972"/>
                <a:gd name="f229" fmla="val 12217"/>
                <a:gd name="f230" fmla="val 6175"/>
                <a:gd name="f231" fmla="val 11965"/>
                <a:gd name="f232" fmla="val 6419"/>
                <a:gd name="f233" fmla="val 11678"/>
                <a:gd name="f234" fmla="val 6618"/>
                <a:gd name="f235" fmla="val 11379"/>
                <a:gd name="f236" fmla="val 6712"/>
                <a:gd name="f237" fmla="val 11205"/>
                <a:gd name="f238" fmla="val 6765"/>
                <a:gd name="f239" fmla="val 11017"/>
                <a:gd name="f240" fmla="val 10843"/>
                <a:gd name="f241" fmla="val 10431"/>
                <a:gd name="f242" fmla="val 6582"/>
                <a:gd name="f243" fmla="val 10037"/>
                <a:gd name="f244" fmla="val 6313"/>
                <a:gd name="f245" fmla="val 9697"/>
                <a:gd name="f246" fmla="val 5960"/>
                <a:gd name="f247" fmla="val 9422"/>
                <a:gd name="f248" fmla="val 5675"/>
                <a:gd name="f249" fmla="val 9146"/>
                <a:gd name="f250" fmla="val 5330"/>
                <a:gd name="f251" fmla="val 9010"/>
                <a:gd name="f252" fmla="val 4891"/>
                <a:gd name="f253" fmla="val 8856"/>
                <a:gd name="f254" fmla="val 4395"/>
                <a:gd name="f255" fmla="val 8827"/>
                <a:gd name="f256" fmla="val 3805"/>
                <a:gd name="f257" fmla="val 8903"/>
                <a:gd name="f258" fmla="val 3277"/>
                <a:gd name="f259" fmla="val 8958"/>
                <a:gd name="f260" fmla="val 2891"/>
                <a:gd name="f261" fmla="val 9175"/>
                <a:gd name="f262" fmla="val 2586"/>
                <a:gd name="f263" fmla="val 9297"/>
                <a:gd name="f264" fmla="val 2232"/>
                <a:gd name="f265" fmla="val 9393"/>
                <a:gd name="f266" fmla="val 1952"/>
                <a:gd name="f267" fmla="val 9535"/>
                <a:gd name="f268" fmla="val 1684"/>
                <a:gd name="f269" fmla="val 9561"/>
                <a:gd name="f270" fmla="val 1375"/>
                <a:gd name="f271" fmla="val 9581"/>
                <a:gd name="f272" fmla="val 1127"/>
                <a:gd name="f273" fmla="val 9613"/>
                <a:gd name="f274" fmla="val 789"/>
                <a:gd name="f275" fmla="val 9474"/>
                <a:gd name="f276" fmla="val 635"/>
                <a:gd name="f277" fmla="val 8056"/>
                <a:gd name="f278" fmla="val -954"/>
                <a:gd name="f279" fmla="val 5849"/>
                <a:gd name="f280" fmla="val 924"/>
                <a:gd name="f281" fmla="val 4036"/>
                <a:gd name="f282" fmla="val 1066"/>
                <a:gd name="f283" fmla="val 4057"/>
                <a:gd name="f284" fmla="val 4158"/>
                <a:gd name="f285" fmla="val 3667"/>
                <a:gd name="f286" fmla="val 5498"/>
                <a:gd name="f287" fmla="val 6760"/>
                <a:gd name="f288" fmla="val 4364"/>
                <a:gd name="f289" fmla="val 8748"/>
                <a:gd name="f290" fmla="val 4254"/>
                <a:gd name="f291" fmla="val 8943"/>
                <a:gd name="f292" fmla="val 4013"/>
                <a:gd name="f293" fmla="val 8899"/>
                <a:gd name="f294" fmla="val 3836"/>
                <a:gd name="f295" fmla="val 8870"/>
                <a:gd name="f296" fmla="val 3616"/>
                <a:gd name="f297" fmla="val 8833"/>
                <a:gd name="f298" fmla="val 3424"/>
                <a:gd name="f299" fmla="val 8634"/>
                <a:gd name="f300" fmla="val 3224"/>
                <a:gd name="f301" fmla="val 8500"/>
                <a:gd name="f302" fmla="val 2972"/>
                <a:gd name="f303" fmla="val 8329"/>
                <a:gd name="f304" fmla="val 2754"/>
                <a:gd name="f305" fmla="val 8025"/>
                <a:gd name="f306" fmla="val 2479"/>
                <a:gd name="f307" fmla="val 7947"/>
                <a:gd name="f308" fmla="val 2102"/>
                <a:gd name="f309" fmla="val 7842"/>
                <a:gd name="f310" fmla="val 1681"/>
                <a:gd name="f311" fmla="val 7882"/>
                <a:gd name="f312" fmla="val 1328"/>
                <a:gd name="f313" fmla="val 8098"/>
                <a:gd name="f314" fmla="val 1014"/>
                <a:gd name="f315" fmla="val 8289"/>
                <a:gd name="f316" fmla="val 768"/>
                <a:gd name="f317" fmla="val 565"/>
                <a:gd name="f318" fmla="val 9061"/>
                <a:gd name="f319" fmla="val 312"/>
                <a:gd name="f320" fmla="val 9537"/>
                <a:gd name="f321" fmla="val 121"/>
                <a:gd name="f322" fmla="val 10089"/>
                <a:gd name="f323" fmla="val 28"/>
                <a:gd name="f324" fmla="val 10667"/>
                <a:gd name="f325" fmla="val -9"/>
                <a:gd name="f326" fmla="val 10911"/>
                <a:gd name="f327" fmla="val 11175"/>
                <a:gd name="f328" fmla="val 11419"/>
                <a:gd name="f329" fmla="val 95"/>
                <a:gd name="f330" fmla="val 11837"/>
                <a:gd name="f331" fmla="val 237"/>
                <a:gd name="f332" fmla="val 12240"/>
                <a:gd name="f333" fmla="val 411"/>
                <a:gd name="f334" fmla="val 12593"/>
                <a:gd name="f335" fmla="val 556"/>
                <a:gd name="f336" fmla="val 12886"/>
                <a:gd name="f337" fmla="val 730"/>
                <a:gd name="f338" fmla="val 13158"/>
                <a:gd name="f339" fmla="val 945"/>
                <a:gd name="f340" fmla="val 13345"/>
                <a:gd name="f341" fmla="val 1151"/>
                <a:gd name="f342" fmla="val 13524"/>
                <a:gd name="f343" fmla="val 1394"/>
                <a:gd name="f344" fmla="val 13634"/>
                <a:gd name="f345" fmla="val 1635"/>
                <a:gd name="f346" fmla="val 13666"/>
                <a:gd name="f347" fmla="val 2018"/>
                <a:gd name="f348" fmla="val 13715"/>
                <a:gd name="f349" fmla="val 2412"/>
                <a:gd name="f350" fmla="val 13610"/>
                <a:gd name="f351" fmla="val 2780"/>
                <a:gd name="f352" fmla="val 13451"/>
                <a:gd name="f353" fmla="val 2998"/>
                <a:gd name="f354" fmla="val 13358"/>
                <a:gd name="f355" fmla="val 3169"/>
                <a:gd name="f356" fmla="val 13097"/>
                <a:gd name="f357" fmla="val 3390"/>
                <a:gd name="f358" fmla="val 13024"/>
                <a:gd name="f359" fmla="val 3537"/>
                <a:gd name="f360" fmla="val 3703"/>
                <a:gd name="f361" fmla="val 12951"/>
                <a:gd name="f362" fmla="val 3848"/>
                <a:gd name="f363" fmla="val 4001"/>
                <a:gd name="f364" fmla="val 13101"/>
                <a:gd name="f365" fmla="val 4167"/>
                <a:gd name="f366" fmla="val 13240"/>
                <a:gd name="f367" fmla="val 4231"/>
                <a:gd name="f368" fmla="val 4851"/>
                <a:gd name="f369" fmla="val 15459"/>
                <a:gd name="f370" fmla="val 3975"/>
                <a:gd name="f371" fmla="val 18024"/>
                <a:gd name="f372" fmla="val 20308"/>
                <a:gd name="f373" fmla="+- 0 0 0"/>
                <a:gd name="f374" fmla="*/ f3 1 21600"/>
                <a:gd name="f375" fmla="*/ f4 1 21600"/>
                <a:gd name="f376" fmla="*/ f373 f0 1"/>
                <a:gd name="f377" fmla="*/ 5600 f374 1"/>
                <a:gd name="f378" fmla="*/ 16000 f374 1"/>
                <a:gd name="f379" fmla="*/ 14300 f375 1"/>
                <a:gd name="f380" fmla="*/ 7300 f375 1"/>
                <a:gd name="f381" fmla="*/ 10800 f374 1"/>
                <a:gd name="f382" fmla="*/ 0 f375 1"/>
                <a:gd name="f383" fmla="*/ f376 1 f2"/>
                <a:gd name="f384" fmla="*/ 0 f374 1"/>
                <a:gd name="f385" fmla="*/ 10800 f375 1"/>
                <a:gd name="f386" fmla="*/ 21600 f375 1"/>
                <a:gd name="f387" fmla="*/ 21600 f374 1"/>
                <a:gd name="f388" fmla="+- f383 0 f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8">
                  <a:pos x="f381" y="f382"/>
                </a:cxn>
                <a:cxn ang="f388">
                  <a:pos x="f384" y="f385"/>
                </a:cxn>
                <a:cxn ang="f388">
                  <a:pos x="f381" y="f386"/>
                </a:cxn>
                <a:cxn ang="f388">
                  <a:pos x="f387" y="f385"/>
                </a:cxn>
              </a:cxnLst>
              <a:rect l="f377" t="f380" r="f378" b="f379"/>
              <a:pathLst>
                <a:path w="21600" h="2160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5" y="f16"/>
                    <a:pt x="f17" y="f6"/>
                  </a:cubicBezTo>
                  <a:cubicBezTo>
                    <a:pt x="f18" y="f19"/>
                    <a:pt x="f20" y="f21"/>
                    <a:pt x="f17" y="f22"/>
                  </a:cubicBezTo>
                  <a:cubicBezTo>
                    <a:pt x="f23" y="f24"/>
                    <a:pt x="f25" y="f26"/>
                    <a:pt x="f11" y="f27"/>
                  </a:cubicBezTo>
                  <a:cubicBezTo>
                    <a:pt x="f28" y="f29"/>
                    <a:pt x="f30" y="f31"/>
                    <a:pt x="f32" y="f33"/>
                  </a:cubicBez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3"/>
                    <a:pt x="f55" y="f51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71"/>
                    <a:pt x="f72" y="f73"/>
                  </a:cubicBezTo>
                  <a:cubicBezTo>
                    <a:pt x="f74" y="f75"/>
                    <a:pt x="f76" y="f77"/>
                    <a:pt x="f78" y="f79"/>
                  </a:cubicBezTo>
                  <a:cubicBezTo>
                    <a:pt x="f80" y="f81"/>
                    <a:pt x="f82" y="f83"/>
                    <a:pt x="f84" y="f85"/>
                  </a:cubicBez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lnTo>
                    <a:pt x="f98" y="f99"/>
                  </a:ln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01" y="f112"/>
                    <a:pt x="f113" y="f114"/>
                    <a:pt x="f115" y="f116"/>
                  </a:cubicBezTo>
                  <a:cubicBezTo>
                    <a:pt x="f117" y="f118"/>
                    <a:pt x="f119" y="f120"/>
                    <a:pt x="f121" y="f122"/>
                  </a:cubicBezTo>
                  <a:cubicBezTo>
                    <a:pt x="f123" y="f124"/>
                    <a:pt x="f125" y="f126"/>
                    <a:pt x="f127" y="f128"/>
                  </a:cubicBez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1" y="f143"/>
                    <a:pt x="f139" y="f144"/>
                  </a:cubicBezTo>
                  <a:cubicBezTo>
                    <a:pt x="f145" y="f146"/>
                    <a:pt x="f147" y="f148"/>
                    <a:pt x="f149" y="f150"/>
                  </a:cubicBezTo>
                  <a:cubicBezTo>
                    <a:pt x="f151" y="f152"/>
                    <a:pt x="f153" y="f154"/>
                    <a:pt x="f155" y="f156"/>
                  </a:cubicBezTo>
                  <a:cubicBezTo>
                    <a:pt x="f157" y="f158"/>
                    <a:pt x="f159" y="f160"/>
                    <a:pt x="f161" y="f162"/>
                  </a:cubicBezTo>
                  <a:cubicBezTo>
                    <a:pt x="f163" y="f164"/>
                    <a:pt x="f165" y="f166"/>
                    <a:pt x="f167" y="f168"/>
                  </a:cubicBezTo>
                  <a:cubicBezTo>
                    <a:pt x="f169" y="f170"/>
                    <a:pt x="f171" y="f172"/>
                    <a:pt x="f173" y="f174"/>
                  </a:cubicBezTo>
                  <a:cubicBezTo>
                    <a:pt x="f175" y="f176"/>
                    <a:pt x="f177" y="f178"/>
                    <a:pt x="f179" y="f174"/>
                  </a:cubicBezTo>
                  <a:cubicBezTo>
                    <a:pt x="f180" y="f181"/>
                    <a:pt x="f182" y="f183"/>
                    <a:pt x="f184" y="f168"/>
                  </a:cubicBezTo>
                  <a:cubicBezTo>
                    <a:pt x="f185" y="f186"/>
                    <a:pt x="f187" y="f188"/>
                    <a:pt x="f179" y="f189"/>
                  </a:cubicBezTo>
                  <a:lnTo>
                    <a:pt x="f190" y="f191"/>
                  </a:lnTo>
                  <a:cubicBezTo>
                    <a:pt x="f192" y="f193"/>
                    <a:pt x="f194" y="f195"/>
                    <a:pt x="f196" y="f197"/>
                  </a:cubicBezTo>
                  <a:cubicBezTo>
                    <a:pt x="f198" y="f199"/>
                    <a:pt x="f200" y="f201"/>
                    <a:pt x="f202" y="f191"/>
                  </a:cubicBezTo>
                  <a:cubicBezTo>
                    <a:pt x="f203" y="f204"/>
                    <a:pt x="f205" y="f206"/>
                    <a:pt x="f202" y="f207"/>
                  </a:cubicBezTo>
                  <a:cubicBezTo>
                    <a:pt x="f208" y="f209"/>
                    <a:pt x="f210" y="f211"/>
                    <a:pt x="f196" y="f212"/>
                  </a:cubicBezTo>
                  <a:cubicBezTo>
                    <a:pt x="f213" y="f214"/>
                    <a:pt x="f215" y="f216"/>
                    <a:pt x="f217" y="f218"/>
                  </a:cubicBezTo>
                  <a:cubicBezTo>
                    <a:pt x="f219" y="f220"/>
                    <a:pt x="f221" y="f222"/>
                    <a:pt x="f223" y="f224"/>
                  </a:cubicBezTo>
                  <a:cubicBezTo>
                    <a:pt x="f225" y="f226"/>
                    <a:pt x="f227" y="f228"/>
                    <a:pt x="f229" y="f230"/>
                  </a:cubicBezTo>
                  <a:cubicBezTo>
                    <a:pt x="f231" y="f232"/>
                    <a:pt x="f233" y="f234"/>
                    <a:pt x="f235" y="f236"/>
                  </a:cubicBezTo>
                  <a:cubicBezTo>
                    <a:pt x="f237" y="f238"/>
                    <a:pt x="f239" y="f238"/>
                    <a:pt x="f240" y="f236"/>
                  </a:cubicBezTo>
                  <a:cubicBezTo>
                    <a:pt x="f241" y="f242"/>
                    <a:pt x="f243" y="f244"/>
                    <a:pt x="f245" y="f246"/>
                  </a:cubicBez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cubicBezTo>
                    <a:pt x="f271" y="f272"/>
                    <a:pt x="f273" y="f274"/>
                    <a:pt x="f275" y="f276"/>
                  </a:cubicBezTo>
                  <a:cubicBezTo>
                    <a:pt x="f277" y="f278"/>
                    <a:pt x="f279" y="f280"/>
                    <a:pt x="f281" y="f282"/>
                  </a:cubicBezTo>
                  <a:lnTo>
                    <a:pt x="f283" y="f272"/>
                  </a:lnTo>
                  <a:cubicBezTo>
                    <a:pt x="f284" y="f285"/>
                    <a:pt x="f286" y="f287"/>
                    <a:pt x="f288" y="f289"/>
                  </a:cubicBezTo>
                  <a:cubicBezTo>
                    <a:pt x="f290" y="f291"/>
                    <a:pt x="f292" y="f293"/>
                    <a:pt x="f294" y="f295"/>
                  </a:cubicBezTo>
                  <a:cubicBezTo>
                    <a:pt x="f296" y="f297"/>
                    <a:pt x="f298" y="f299"/>
                    <a:pt x="f300" y="f301"/>
                  </a:cubicBezTo>
                  <a:cubicBezTo>
                    <a:pt x="f302" y="f303"/>
                    <a:pt x="f304" y="f305"/>
                    <a:pt x="f306" y="f307"/>
                  </a:cubicBezTo>
                  <a:cubicBezTo>
                    <a:pt x="f308" y="f309"/>
                    <a:pt x="f310" y="f311"/>
                    <a:pt x="f312" y="f313"/>
                  </a:cubicBezTo>
                  <a:cubicBezTo>
                    <a:pt x="f314" y="f315"/>
                    <a:pt x="f316" y="f17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5" y="f327"/>
                    <a:pt x="f323" y="f328"/>
                  </a:cubicBez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cubicBezTo>
                    <a:pt x="f359" y="f132"/>
                    <a:pt x="f360" y="f361"/>
                    <a:pt x="f362" y="f358"/>
                  </a:cubicBezTo>
                  <a:cubicBezTo>
                    <a:pt x="f363" y="f364"/>
                    <a:pt x="f365" y="f366"/>
                    <a:pt x="f367" y="f352"/>
                  </a:cubicBezTo>
                  <a:cubicBezTo>
                    <a:pt x="f368" y="f369"/>
                    <a:pt x="f370" y="f371"/>
                    <a:pt x="f362" y="f372"/>
                  </a:cubicBezTo>
                  <a:lnTo>
                    <a:pt x="f5" y="f6"/>
                  </a:lnTo>
                  <a:close/>
                </a:path>
              </a:pathLst>
            </a:custGeom>
            <a:blipFill>
              <a:blip r:embed="rId13"/>
              <a:tile sx="74764" sy="74764" algn="tl"/>
            </a:blipFill>
            <a:ln w="0">
              <a:solidFill>
                <a:srgbClr val="000000"/>
              </a:solidFill>
              <a:prstDash val="solid"/>
            </a:ln>
            <a:effectLst>
              <a:outerShdw dist="103351" dir="2700000" algn="tl">
                <a:srgbClr val="808080">
                  <a:alpha val="20000"/>
                </a:srgbClr>
              </a:outerShdw>
            </a:effectLst>
          </p:spPr>
          <p:txBody>
            <a:bodyPr wrap="square" lIns="90000" tIns="45000" rIns="90000" bIns="45000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23B43D61-EA82-4A34-A2F9-726F321BA51C}"/>
              </a:ext>
            </a:extLst>
          </p:cNvPr>
          <p:cNvSpPr>
            <a:spLocks noMove="1" noResize="1"/>
          </p:cNvSpPr>
          <p:nvPr/>
        </p:nvSpPr>
        <p:spPr>
          <a:xfrm rot="2700000">
            <a:off x="7785301" y="5467210"/>
            <a:ext cx="1616040" cy="788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90" h="2190">
                <a:moveTo>
                  <a:pt x="0" y="933"/>
                </a:moveTo>
                <a:cubicBezTo>
                  <a:pt x="1078" y="933"/>
                  <a:pt x="1078" y="1652"/>
                  <a:pt x="1616" y="1113"/>
                </a:cubicBezTo>
                <a:cubicBezTo>
                  <a:pt x="2155" y="574"/>
                  <a:pt x="3412" y="2190"/>
                  <a:pt x="2335" y="2190"/>
                </a:cubicBezTo>
                <a:cubicBezTo>
                  <a:pt x="1257" y="2190"/>
                  <a:pt x="3412" y="-324"/>
                  <a:pt x="4490" y="35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headEnd type="arrow"/>
            <a:tailEnd type="arrow"/>
          </a:ln>
        </p:spPr>
        <p:txBody>
          <a:bodyPr wrap="none" lIns="108360" tIns="63360" rIns="108360" bIns="63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8E7BC572-ABF1-4B72-BC5F-1732B9668F8C}"/>
              </a:ext>
            </a:extLst>
          </p:cNvPr>
          <p:cNvSpPr>
            <a:spLocks noMove="1" noResize="1"/>
          </p:cNvSpPr>
          <p:nvPr/>
        </p:nvSpPr>
        <p:spPr>
          <a:xfrm>
            <a:off x="7372079" y="4974480"/>
            <a:ext cx="1684800" cy="16459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Полилиния: фигура 31">
            <a:extLst>
              <a:ext uri="{FF2B5EF4-FFF2-40B4-BE49-F238E27FC236}">
                <a16:creationId xmlns:a16="http://schemas.microsoft.com/office/drawing/2014/main" id="{3AF61EA8-E7F1-4EEC-A5B0-8347DB86FAD7}"/>
              </a:ext>
            </a:extLst>
          </p:cNvPr>
          <p:cNvSpPr>
            <a:spLocks noMove="1" noResize="1"/>
          </p:cNvSpPr>
          <p:nvPr/>
        </p:nvSpPr>
        <p:spPr>
          <a:xfrm>
            <a:off x="7868160" y="-329040"/>
            <a:ext cx="2011680" cy="20116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CF32ECF9-5B11-4864-B729-349911658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BF0DA1A7-942C-420D-B469-B5DE50441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5" name="Дата 34">
            <a:extLst>
              <a:ext uri="{FF2B5EF4-FFF2-40B4-BE49-F238E27FC236}">
                <a16:creationId xmlns:a16="http://schemas.microsoft.com/office/drawing/2014/main" id="{6ACF098C-7F2C-4E97-B499-E178317BB87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6" name="Нижний колонтитул 35">
            <a:extLst>
              <a:ext uri="{FF2B5EF4-FFF2-40B4-BE49-F238E27FC236}">
                <a16:creationId xmlns:a16="http://schemas.microsoft.com/office/drawing/2014/main" id="{95C0DA0D-9725-4851-8682-FA481241524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37" name="Номер слайда 36">
            <a:extLst>
              <a:ext uri="{FF2B5EF4-FFF2-40B4-BE49-F238E27FC236}">
                <a16:creationId xmlns:a16="http://schemas.microsoft.com/office/drawing/2014/main" id="{50F8A2A5-9C52-477C-863F-0D1DF3C487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7E38C55C-AF50-4265-A3E2-BD3C6199B374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CA2698DB-6F32-4FBC-8285-8DD6920D24B7}"/>
              </a:ext>
            </a:extLst>
          </p:cNvPr>
          <p:cNvSpPr>
            <a:spLocks noMove="1" noResize="1"/>
          </p:cNvSpPr>
          <p:nvPr/>
        </p:nvSpPr>
        <p:spPr>
          <a:xfrm>
            <a:off x="8266319" y="4115520"/>
            <a:ext cx="1920239" cy="19202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AB31401A-DB2F-42EF-B988-5F1F18EC798B}"/>
              </a:ext>
            </a:extLst>
          </p:cNvPr>
          <p:cNvSpPr>
            <a:spLocks noMove="1" noResize="1"/>
          </p:cNvSpPr>
          <p:nvPr/>
        </p:nvSpPr>
        <p:spPr>
          <a:xfrm>
            <a:off x="7717680" y="-548280"/>
            <a:ext cx="1920239" cy="19202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BC47B6E-6A46-4BA8-8A03-54577001F693}"/>
              </a:ext>
            </a:extLst>
          </p:cNvPr>
          <p:cNvGrpSpPr/>
          <p:nvPr/>
        </p:nvGrpSpPr>
        <p:grpSpPr>
          <a:xfrm>
            <a:off x="-147128" y="67792"/>
            <a:ext cx="915120" cy="915120"/>
            <a:chOff x="-147128" y="67792"/>
            <a:chExt cx="915120" cy="915120"/>
          </a:xfrm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AEB10824-E0A6-45C0-B3E0-228129767DE2}"/>
                </a:ext>
              </a:extLst>
            </p:cNvPr>
            <p:cNvSpPr/>
            <p:nvPr/>
          </p:nvSpPr>
          <p:spPr>
            <a:xfrm rot="16204200" flipV="1">
              <a:off x="219352" y="79967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CE160A1F-D687-4540-9322-A2A62BB3CE66}"/>
                </a:ext>
              </a:extLst>
            </p:cNvPr>
            <p:cNvSpPr/>
            <p:nvPr/>
          </p:nvSpPr>
          <p:spPr>
            <a:xfrm rot="16204200" flipV="1">
              <a:off x="218992" y="43391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D4304676-7384-4C68-BAF1-60A07F14CE5D}"/>
                </a:ext>
              </a:extLst>
            </p:cNvPr>
            <p:cNvSpPr/>
            <p:nvPr/>
          </p:nvSpPr>
          <p:spPr>
            <a:xfrm rot="16204200" flipV="1">
              <a:off x="218632" y="6851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BC1D970B-E3D9-4494-862E-E34A6147C5D4}"/>
                </a:ext>
              </a:extLst>
            </p:cNvPr>
            <p:cNvSpPr/>
            <p:nvPr/>
          </p:nvSpPr>
          <p:spPr>
            <a:xfrm rot="16204200" flipV="1">
              <a:off x="584392" y="6779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C7B1051B-7811-4450-94FD-38571F45FA50}"/>
                </a:ext>
              </a:extLst>
            </p:cNvPr>
            <p:cNvSpPr/>
            <p:nvPr/>
          </p:nvSpPr>
          <p:spPr>
            <a:xfrm rot="16204200" flipV="1">
              <a:off x="584392" y="43355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E9E86406-CC69-4CFD-9EB4-4B562BC5AE13}"/>
                </a:ext>
              </a:extLst>
            </p:cNvPr>
            <p:cNvSpPr/>
            <p:nvPr/>
          </p:nvSpPr>
          <p:spPr>
            <a:xfrm rot="16204200" flipV="1">
              <a:off x="585112" y="79967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C445DD4B-9ACF-46A9-9452-3C6412DDDBE9}"/>
                </a:ext>
              </a:extLst>
            </p:cNvPr>
            <p:cNvSpPr/>
            <p:nvPr/>
          </p:nvSpPr>
          <p:spPr>
            <a:xfrm rot="16204200" flipV="1">
              <a:off x="-146408" y="80003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3AEEF1C3-A7BD-45F1-8376-B9892F7644D0}"/>
                </a:ext>
              </a:extLst>
            </p:cNvPr>
            <p:cNvSpPr/>
            <p:nvPr/>
          </p:nvSpPr>
          <p:spPr>
            <a:xfrm rot="16204200" flipV="1">
              <a:off x="-147128" y="43463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C51678DC-0771-44F2-B196-4B9DC8B57F37}"/>
                </a:ext>
              </a:extLst>
            </p:cNvPr>
            <p:cNvSpPr/>
            <p:nvPr/>
          </p:nvSpPr>
          <p:spPr>
            <a:xfrm rot="16204200" flipV="1">
              <a:off x="-147128" y="6851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7D72F33-29CA-4F33-A301-5C377EEDF7C3}"/>
              </a:ext>
            </a:extLst>
          </p:cNvPr>
          <p:cNvGrpSpPr/>
          <p:nvPr/>
        </p:nvGrpSpPr>
        <p:grpSpPr>
          <a:xfrm>
            <a:off x="9545152" y="4644472"/>
            <a:ext cx="549360" cy="915120"/>
            <a:chOff x="9545152" y="4644472"/>
            <a:chExt cx="549360" cy="915120"/>
          </a:xfrm>
        </p:grpSpPr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E8AB8DDC-D3AB-460E-AEA9-738031D75477}"/>
                </a:ext>
              </a:extLst>
            </p:cNvPr>
            <p:cNvSpPr/>
            <p:nvPr/>
          </p:nvSpPr>
          <p:spPr>
            <a:xfrm rot="16204200" flipV="1">
              <a:off x="9911632" y="537599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98A20312-9E59-4CB0-9455-25544B6C3D51}"/>
                </a:ext>
              </a:extLst>
            </p:cNvPr>
            <p:cNvSpPr/>
            <p:nvPr/>
          </p:nvSpPr>
          <p:spPr>
            <a:xfrm rot="16204200" flipV="1">
              <a:off x="9911272" y="501059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CFD14D92-0404-4A08-B5B2-BE6E98FA64C1}"/>
                </a:ext>
              </a:extLst>
            </p:cNvPr>
            <p:cNvSpPr/>
            <p:nvPr/>
          </p:nvSpPr>
          <p:spPr>
            <a:xfrm rot="16204200" flipV="1">
              <a:off x="9910552" y="464447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CD09BA00-329C-42F4-810D-F5334CAAB46A}"/>
                </a:ext>
              </a:extLst>
            </p:cNvPr>
            <p:cNvSpPr/>
            <p:nvPr/>
          </p:nvSpPr>
          <p:spPr>
            <a:xfrm rot="16204200" flipV="1">
              <a:off x="9545512" y="537671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95F3C4CD-3334-46C5-9BD7-1D5A5A140FE6}"/>
                </a:ext>
              </a:extLst>
            </p:cNvPr>
            <p:cNvSpPr/>
            <p:nvPr/>
          </p:nvSpPr>
          <p:spPr>
            <a:xfrm rot="16204200" flipV="1">
              <a:off x="9545512" y="501059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F60880BD-6897-421F-B4AA-AD1AABA43ED9}"/>
                </a:ext>
              </a:extLst>
            </p:cNvPr>
            <p:cNvSpPr/>
            <p:nvPr/>
          </p:nvSpPr>
          <p:spPr>
            <a:xfrm rot="16204200" flipV="1">
              <a:off x="9545152" y="4644832"/>
              <a:ext cx="182880" cy="18288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163 f10 1"/>
                <a:gd name="f16" fmla="*/ 18437 f10 1"/>
                <a:gd name="f17" fmla="*/ 18437 f11 1"/>
                <a:gd name="f18" fmla="*/ 3163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0 f10 1"/>
                <a:gd name="f25" fmla="*/ 10800 f11 1"/>
                <a:gd name="f26" fmla="*/ 21600 f11 1"/>
                <a:gd name="f27" fmla="*/ 21600 f10 1"/>
                <a:gd name="f28" fmla="+- 0 0 f19"/>
                <a:gd name="f29" fmla="+- f20 0 f1"/>
                <a:gd name="f30" fmla="+- f21 0 f1"/>
                <a:gd name="f31" fmla="*/ f28 f0 1"/>
                <a:gd name="f32" fmla="+- f30 0 f29"/>
                <a:gd name="f33" fmla="*/ f31 1 f5"/>
                <a:gd name="f34" fmla="+- f33 0 f1"/>
                <a:gd name="f35" fmla="cos 1 f34"/>
                <a:gd name="f36" fmla="sin 1 f34"/>
                <a:gd name="f37" fmla="+- 0 0 f35"/>
                <a:gd name="f38" fmla="+- 0 0 f36"/>
                <a:gd name="f39" fmla="*/ 10800 f37 1"/>
                <a:gd name="f40" fmla="*/ 10800 f38 1"/>
                <a:gd name="f41" fmla="*/ f39 f39 1"/>
                <a:gd name="f42" fmla="*/ f40 f40 1"/>
                <a:gd name="f43" fmla="+- f41 f42 0"/>
                <a:gd name="f44" fmla="sqrt f43"/>
                <a:gd name="f45" fmla="*/ f6 1 f44"/>
                <a:gd name="f46" fmla="*/ f37 f45 1"/>
                <a:gd name="f47" fmla="*/ f38 f45 1"/>
                <a:gd name="f48" fmla="+- 10800 0 f46"/>
                <a:gd name="f49" fmla="+- 10800 0 f47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22" y="f23"/>
                </a:cxn>
                <a:cxn ang="f29">
                  <a:pos x="f15" y="f18"/>
                </a:cxn>
                <a:cxn ang="f29">
                  <a:pos x="f24" y="f25"/>
                </a:cxn>
                <a:cxn ang="f29">
                  <a:pos x="f15" y="f17"/>
                </a:cxn>
                <a:cxn ang="f29">
                  <a:pos x="f22" y="f26"/>
                </a:cxn>
                <a:cxn ang="f29">
                  <a:pos x="f16" y="f17"/>
                </a:cxn>
                <a:cxn ang="f29">
                  <a:pos x="f27" y="f25"/>
                </a:cxn>
                <a:cxn ang="f29">
                  <a:pos x="f16" y="f18"/>
                </a:cxn>
              </a:cxnLst>
              <a:rect l="f15" t="f18" r="f16" b="f17"/>
              <a:pathLst>
                <a:path w="21600" h="21600">
                  <a:moveTo>
                    <a:pt x="f48" y="f49"/>
                  </a:moveTo>
                  <a:arcTo wR="f9" hR="f9" stAng="f29" swAng="f32"/>
                  <a:close/>
                </a:path>
              </a:pathLst>
            </a:custGeom>
            <a:blipFill>
              <a:blip r:embed="rId13"/>
              <a:tile sx="74764" sy="74764" algn="tl"/>
            </a:blipFill>
            <a:ln>
              <a:noFill/>
              <a:prstDash val="solid"/>
            </a:ln>
            <a:effectLst>
              <a:outerShdw dist="103351" dir="2700000" algn="tl">
                <a:srgbClr val="808080">
                  <a:alpha val="65000"/>
                </a:srgbClr>
              </a:outerShdw>
            </a:effectLst>
          </p:spPr>
          <p:txBody>
            <a:bodyPr wrap="none" lIns="90000" tIns="45000" rIns="90000" bIns="45000" anchor="ctr" anchorCtr="0" compatLnSpc="0">
              <a:noAutofit/>
            </a:bodyPr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Noto Sans" pitchFamily="34"/>
                <a:ea typeface="Noto Sans CJK SC" pitchFamily="2"/>
                <a:cs typeface="Noto Sans Devanagari" pitchFamily="2"/>
              </a:endParaRPr>
            </a:p>
          </p:txBody>
        </p:sp>
      </p:grp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301F33F6-5716-4190-BBFA-B9B99CD651BA}"/>
              </a:ext>
            </a:extLst>
          </p:cNvPr>
          <p:cNvSpPr>
            <a:spLocks noMove="1" noResize="1"/>
          </p:cNvSpPr>
          <p:nvPr/>
        </p:nvSpPr>
        <p:spPr>
          <a:xfrm>
            <a:off x="-146160" y="3109319"/>
            <a:ext cx="1920239" cy="19202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Заголовок 21">
            <a:extLst>
              <a:ext uri="{FF2B5EF4-FFF2-40B4-BE49-F238E27FC236}">
                <a16:creationId xmlns:a16="http://schemas.microsoft.com/office/drawing/2014/main" id="{FA929C73-6145-4DFA-BBC5-86E852E426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E134D43F-0A4C-4FBB-A8D7-62ABDE634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18000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4" name="Дата 23">
            <a:extLst>
              <a:ext uri="{FF2B5EF4-FFF2-40B4-BE49-F238E27FC236}">
                <a16:creationId xmlns:a16="http://schemas.microsoft.com/office/drawing/2014/main" id="{A91F7AD6-1976-49AB-AAF2-87B55B6E757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25" name="Нижний колонтитул 24">
            <a:extLst>
              <a:ext uri="{FF2B5EF4-FFF2-40B4-BE49-F238E27FC236}">
                <a16:creationId xmlns:a16="http://schemas.microsoft.com/office/drawing/2014/main" id="{8DEB50C2-776A-4AE2-A867-2397811CA46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A1C6B96B-CCE1-49C4-92B4-AC7EE49A1E8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B7CFE557-B40A-4195-A026-E42198FD9E8C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96B35976-0047-4E47-B9A6-97D116C96EAC}"/>
              </a:ext>
            </a:extLst>
          </p:cNvPr>
          <p:cNvSpPr>
            <a:spLocks noMove="1" noResize="1"/>
          </p:cNvSpPr>
          <p:nvPr/>
        </p:nvSpPr>
        <p:spPr>
          <a:xfrm rot="2724000">
            <a:off x="6584687" y="1655863"/>
            <a:ext cx="2895479" cy="28954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ED4DA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1BD35415-37E5-44ED-984F-64589E8A2A4D}"/>
              </a:ext>
            </a:extLst>
          </p:cNvPr>
          <p:cNvSpPr>
            <a:spLocks noMove="1" noResize="1"/>
          </p:cNvSpPr>
          <p:nvPr/>
        </p:nvSpPr>
        <p:spPr>
          <a:xfrm rot="2724000">
            <a:off x="6604846" y="6044983"/>
            <a:ext cx="2895479" cy="28954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ED4DA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9DE03CA1-0E02-4E7C-886B-88AB67E0B807}"/>
              </a:ext>
            </a:extLst>
          </p:cNvPr>
          <p:cNvSpPr>
            <a:spLocks noMove="1" noResize="1"/>
          </p:cNvSpPr>
          <p:nvPr/>
        </p:nvSpPr>
        <p:spPr>
          <a:xfrm rot="2635200">
            <a:off x="486943" y="7711871"/>
            <a:ext cx="2588760" cy="731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FA86F30B-B89E-46E6-9DC9-222381663544}"/>
              </a:ext>
            </a:extLst>
          </p:cNvPr>
          <p:cNvSpPr>
            <a:spLocks noMove="1" noResize="1"/>
          </p:cNvSpPr>
          <p:nvPr/>
        </p:nvSpPr>
        <p:spPr>
          <a:xfrm rot="2635200">
            <a:off x="-1804456" y="7309751"/>
            <a:ext cx="2588760" cy="731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C508E47-E10E-424B-8B99-3C294D911A3D}"/>
              </a:ext>
            </a:extLst>
          </p:cNvPr>
          <p:cNvSpPr>
            <a:spLocks noMove="1" noResize="1"/>
          </p:cNvSpPr>
          <p:nvPr/>
        </p:nvSpPr>
        <p:spPr>
          <a:xfrm rot="2635200">
            <a:off x="3042437" y="2738155"/>
            <a:ext cx="3457800" cy="9223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88D55785-C519-4B95-B4EF-339A42D02CEA}"/>
              </a:ext>
            </a:extLst>
          </p:cNvPr>
          <p:cNvSpPr>
            <a:spLocks noMove="1" noResize="1"/>
          </p:cNvSpPr>
          <p:nvPr/>
        </p:nvSpPr>
        <p:spPr>
          <a:xfrm rot="2635200">
            <a:off x="938742" y="1037111"/>
            <a:ext cx="2588760" cy="7315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329B72F4-AD42-4165-AC6D-C5680BF9185F}"/>
              </a:ext>
            </a:extLst>
          </p:cNvPr>
          <p:cNvSpPr>
            <a:spLocks noMove="1" noResize="1"/>
          </p:cNvSpPr>
          <p:nvPr/>
        </p:nvSpPr>
        <p:spPr>
          <a:xfrm rot="2635200">
            <a:off x="-1083188" y="5091030"/>
            <a:ext cx="2588760" cy="5129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8D99AE">
              <a:alpha val="10000"/>
            </a:srgbClr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60D1D70-B216-401B-9EAA-05F36F3AE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8671197-8690-426E-8EAA-37E29322C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000" y="18000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8C795D81-FB84-4AF3-B5C8-9781F687148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69E2D59F-6995-46B2-9413-40CBB79A160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4B1D5498-4AF4-4FA5-AF12-435BC4E19D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Noto Sans CJK SC" pitchFamily="2"/>
                <a:cs typeface="Noto Sans Devanagari" pitchFamily="2"/>
              </a:defRPr>
            </a:lvl1pPr>
          </a:lstStyle>
          <a:p>
            <a:pPr lvl="0"/>
            <a:fld id="{E93C5F35-AAFA-417B-AE2B-15F543A58389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hangingPunct="0">
        <a:tabLst/>
        <a:defRPr lang="ru-RU" sz="4400" b="1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1">
            <a:extLst>
              <a:ext uri="{FF2B5EF4-FFF2-40B4-BE49-F238E27FC236}">
                <a16:creationId xmlns:a16="http://schemas.microsoft.com/office/drawing/2014/main" id="{641348D0-6A86-4436-80BC-BF130997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1D98427-8671-4821-B3F9-929437DE9980}" type="datetime1">
              <a:t>11.03.2025</a:t>
            </a:fld>
            <a:endParaRPr lang="ru-RU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83C9D439-6833-47DF-AC4E-21E723394DD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60000" y="5091120"/>
            <a:ext cx="7020000" cy="360000"/>
          </a:xfrm>
        </p:spPr>
        <p:txBody>
          <a:bodyPr vert="horz" anchor="ctr"/>
          <a:lstStyle/>
          <a:p>
            <a:pPr lvl="0" algn="r" rtl="0"/>
            <a:r>
              <a:rPr lang="ru-RU"/>
              <a:t> A free internet metasearch engine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55881E46-3634-4DAE-B45B-6BE54570003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6160" y="4251600"/>
            <a:ext cx="4353840" cy="7441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61F1E507-3AA9-4143-8274-5847DB79FD24}"/>
              </a:ext>
            </a:extLst>
          </p:cNvPr>
          <p:cNvSpPr/>
          <p:nvPr/>
        </p:nvSpPr>
        <p:spPr>
          <a:xfrm>
            <a:off x="7740000" y="4680000"/>
            <a:ext cx="1260000" cy="54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oto Sans" pitchFamily="34"/>
              <a:ea typeface="Noto Sans CJK SC" pitchFamily="2"/>
              <a:cs typeface="Noto Sans Devanagari" pitchFamily="2"/>
            </a:endParaRP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C847EA80-3782-4F74-A058-206C5A9E990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280000" y="4320000"/>
            <a:ext cx="1260000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139B0-904C-4FB6-AC10-F368E9D80A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68000"/>
            <a:ext cx="10080000" cy="946440"/>
          </a:xfrm>
        </p:spPr>
        <p:txBody>
          <a:bodyPr vert="horz"/>
          <a:lstStyle/>
          <a:p>
            <a:pPr lvl="0" rtl="0"/>
            <a:r>
              <a:rPr lang="ru-RU" u="none">
                <a:latin typeface="Roboto" pitchFamily="34"/>
              </a:rPr>
              <a:t>SearXNG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8856EE-2DF2-47A9-85BC-62C97AC6584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89360" y="1800000"/>
            <a:ext cx="4040279" cy="3288239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>
                <a:latin typeface="Roboto" pitchFamily="34"/>
              </a:rPr>
              <a:t>FOSS metasearch engine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C2820119-4DDA-4AC0-A858-96ED22FC72E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17400" y="3240000"/>
            <a:ext cx="3796560" cy="2108160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B2CCA5DE-82A9-4943-A5DE-F7394EEA47F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80000" y="1800000"/>
            <a:ext cx="4217400" cy="156816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>
                <a:latin typeface="Roboto" pitchFamily="34"/>
              </a:rPr>
              <a:t>Users are neither tracked nor profiled.</a:t>
            </a:r>
          </a:p>
        </p:txBody>
      </p:sp>
      <p:pic>
        <p:nvPicPr>
          <p:cNvPr id="6" name="">
            <a:extLst>
              <a:ext uri="{FF2B5EF4-FFF2-40B4-BE49-F238E27FC236}">
                <a16:creationId xmlns:a16="http://schemas.microsoft.com/office/drawing/2014/main" id="{B3255AED-573C-4126-84DF-9CE3B2E2F3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195919" y="3240000"/>
            <a:ext cx="4104360" cy="207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E3AD-9085-468C-A17A-127B7D63D9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ru-RU">
                <a:latin typeface="Roboto" pitchFamily="34"/>
              </a:rPr>
              <a:t>History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9760E9-F2BC-4E6C-894B-BDAE32FC930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8000" y="1800000"/>
            <a:ext cx="4426920" cy="306000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 sz="2800"/>
              <a:t>In 2021, SearX contributors forked the repository to SearXNG with a view to provide faster debugging and fixes of engine errors.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34191655-017B-4A3E-8538-D6BF604C14A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116680" y="1980000"/>
            <a:ext cx="4426920" cy="16628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4E7F0A-2B90-433E-A3B7-1C4494DCB232}"/>
              </a:ext>
            </a:extLst>
          </p:cNvPr>
          <p:cNvSpPr txBox="1"/>
          <p:nvPr/>
        </p:nvSpPr>
        <p:spPr>
          <a:xfrm>
            <a:off x="5116680" y="3809160"/>
            <a:ext cx="4423320" cy="73367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720000" marR="72000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i="1">
                <a:solidFill>
                  <a:srgbClr val="333333"/>
                </a:solidFill>
                <a:latin typeface="Roboto" pitchFamily="2"/>
              </a:defRPr>
            </a:pPr>
            <a:r>
              <a:rPr lang="ru-RU" sz="1000" b="0" i="1" u="none" strike="noStrike" kern="1200" cap="none">
                <a:ln>
                  <a:noFill/>
                </a:ln>
                <a:solidFill>
                  <a:srgbClr val="999999"/>
                </a:solidFill>
                <a:latin typeface="Roboto" pitchFamily="34"/>
                <a:ea typeface="Noto Sans CJK SC" pitchFamily="2"/>
                <a:cs typeface="Noto Sans Devanagari" pitchFamily="2"/>
              </a:rPr>
              <a:t>Searx is no longer maintained. Thank you for your support and all your contributions.</a:t>
            </a:r>
          </a:p>
          <a:p>
            <a:pPr marL="720000" marR="72000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 i="1">
                <a:solidFill>
                  <a:srgbClr val="333333"/>
                </a:solidFill>
                <a:latin typeface="Roboto" pitchFamily="2"/>
              </a:defRPr>
            </a:pPr>
            <a:endParaRPr lang="ru-RU" sz="1000" b="0" i="1" u="none" strike="noStrike" kern="1200" cap="none">
              <a:ln>
                <a:noFill/>
              </a:ln>
              <a:solidFill>
                <a:srgbClr val="333333"/>
              </a:solidFill>
              <a:latin typeface="Roboto" pitchFamily="34"/>
              <a:ea typeface="Noto Sans CJK SC" pitchFamily="2"/>
              <a:cs typeface="Noto Sans Devanagari" pitchFamily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0F3FB3-A719-4E89-ABB8-EA2FD1AC8E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ru-RU"/>
              <a:t>	</a:t>
            </a:r>
            <a:r>
              <a:rPr lang="ru-RU">
                <a:latin typeface="Roboto" pitchFamily="34"/>
              </a:rPr>
              <a:t>Instances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2C2882-3F87-49C5-8D2B-E442955504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16680" y="1800000"/>
            <a:ext cx="4426920" cy="156816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 sz="2400"/>
              <a:t>Private instances are hosted on a local network, or can be run on the user's desktop computer itself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D94EDB-24B4-4918-A065-B015DA1C9B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16680" y="3517559"/>
            <a:ext cx="4426920" cy="156816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 sz="2400"/>
              <a:t>Public instances are hosted on public web servers. A list of public instances is available at searx.space.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FE595894-57F9-4956-B41A-08215D24256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0000" y="1524240"/>
            <a:ext cx="4355640" cy="387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C7A9D-5D09-47CC-819E-05350777F4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ru-RU"/>
              <a:t>Features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25A81E-FD87-47D9-8D9B-11C74CAEF54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8000" y="1800000"/>
            <a:ext cx="2921039" cy="156816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/>
              <a:t>Categorical searching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FFD862-DF14-4854-A6CD-9E6C5DEE38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35560" y="1800000"/>
            <a:ext cx="2921039" cy="156816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/>
              <a:t>Engines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F774F5B-4B97-4F3B-8748-F3D119E30C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03120" y="1800000"/>
            <a:ext cx="2921039" cy="1568160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ru-RU"/>
              <a:t>Privacy</a:t>
            </a:r>
          </a:p>
        </p:txBody>
      </p:sp>
      <p:pic>
        <p:nvPicPr>
          <p:cNvPr id="6" name="">
            <a:extLst>
              <a:ext uri="{FF2B5EF4-FFF2-40B4-BE49-F238E27FC236}">
                <a16:creationId xmlns:a16="http://schemas.microsoft.com/office/drawing/2014/main" id="{6177F7E5-6D35-439E-A3C3-1D06203C90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24760" y="3357720"/>
            <a:ext cx="1155240" cy="4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3CB94119-D9C0-4B65-A887-A6DD4928CEF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980000" y="3368160"/>
            <a:ext cx="1080000" cy="482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D025E312-B12C-49E3-8025-085AF43F607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40000" y="3861359"/>
            <a:ext cx="1080000" cy="5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2129156B-FE0C-4EF8-A5CE-2BE5E1172093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633680" y="3850919"/>
            <a:ext cx="106632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F84D60A0-432F-435A-8B9C-436C3049AA6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20000" y="4395959"/>
            <a:ext cx="1080000" cy="53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">
            <a:extLst>
              <a:ext uri="{FF2B5EF4-FFF2-40B4-BE49-F238E27FC236}">
                <a16:creationId xmlns:a16="http://schemas.microsoft.com/office/drawing/2014/main" id="{B4624400-E948-4AAC-AD44-32C31516F34C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2700000" y="3853080"/>
            <a:ext cx="720000" cy="5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">
            <a:extLst>
              <a:ext uri="{FF2B5EF4-FFF2-40B4-BE49-F238E27FC236}">
                <a16:creationId xmlns:a16="http://schemas.microsoft.com/office/drawing/2014/main" id="{6B21ECFD-363B-4D88-82D3-BC81CE4D1F20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1800000" y="4390920"/>
            <a:ext cx="1260000" cy="53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">
            <a:extLst>
              <a:ext uri="{FF2B5EF4-FFF2-40B4-BE49-F238E27FC236}">
                <a16:creationId xmlns:a16="http://schemas.microsoft.com/office/drawing/2014/main" id="{E8CE6AF1-3FAD-4023-89F9-602523B04F9B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3908880" y="2880000"/>
            <a:ext cx="2225520" cy="75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">
            <a:extLst>
              <a:ext uri="{FF2B5EF4-FFF2-40B4-BE49-F238E27FC236}">
                <a16:creationId xmlns:a16="http://schemas.microsoft.com/office/drawing/2014/main" id="{665D0054-98AB-44C9-8091-94872F3E40B8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/>
          <a:stretch>
            <a:fillRect/>
          </a:stretch>
        </p:blipFill>
        <p:spPr>
          <a:xfrm>
            <a:off x="3535560" y="3390120"/>
            <a:ext cx="3138840" cy="1307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">
            <a:extLst>
              <a:ext uri="{FF2B5EF4-FFF2-40B4-BE49-F238E27FC236}">
                <a16:creationId xmlns:a16="http://schemas.microsoft.com/office/drawing/2014/main" id="{4307325D-3418-4DAF-8A6C-AC745E2B4257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/>
            <a:alphaModFix/>
          </a:blip>
          <a:srcRect/>
          <a:stretch>
            <a:fillRect/>
          </a:stretch>
        </p:blipFill>
        <p:spPr>
          <a:xfrm>
            <a:off x="3817080" y="4500000"/>
            <a:ext cx="262512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">
            <a:extLst>
              <a:ext uri="{FF2B5EF4-FFF2-40B4-BE49-F238E27FC236}">
                <a16:creationId xmlns:a16="http://schemas.microsoft.com/office/drawing/2014/main" id="{C9EA4CC4-F646-4048-A669-E63D3911E429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7037279" y="3060000"/>
            <a:ext cx="1980000" cy="1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524C1-BD7B-42CE-A600-2C3B81B61B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8000" y="2113560"/>
            <a:ext cx="9072000" cy="946440"/>
          </a:xfrm>
        </p:spPr>
        <p:txBody>
          <a:bodyPr vert="horz"/>
          <a:lstStyle/>
          <a:p>
            <a:pPr lvl="0" rtl="0"/>
            <a:r>
              <a:rPr lang="ru-RU" u="none"/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y-Elegan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able of Conten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 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ullet 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t 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Bullet 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Jigsaw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Bullet 3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Imag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116</Words>
  <Application>Microsoft Office PowerPoint</Application>
  <PresentationFormat>Широкоэкранный</PresentationFormat>
  <Paragraphs>22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9</vt:i4>
      </vt:variant>
      <vt:variant>
        <vt:lpstr>Заголовки слайдов</vt:lpstr>
      </vt:variant>
      <vt:variant>
        <vt:i4>6</vt:i4>
      </vt:variant>
    </vt:vector>
  </HeadingPairs>
  <TitlesOfParts>
    <vt:vector size="20" baseType="lpstr">
      <vt:lpstr>Arial</vt:lpstr>
      <vt:lpstr>Calibri</vt:lpstr>
      <vt:lpstr>Noto Sans</vt:lpstr>
      <vt:lpstr>Roboto</vt:lpstr>
      <vt:lpstr>StarSymbol</vt:lpstr>
      <vt:lpstr>Grey-Elegant</vt:lpstr>
      <vt:lpstr>Table of Content</vt:lpstr>
      <vt:lpstr>Content 1</vt:lpstr>
      <vt:lpstr>Bullet 1</vt:lpstr>
      <vt:lpstr>Content 2</vt:lpstr>
      <vt:lpstr>Bullet 2</vt:lpstr>
      <vt:lpstr>Jigsaw</vt:lpstr>
      <vt:lpstr>Bullet 3</vt:lpstr>
      <vt:lpstr>Image</vt:lpstr>
      <vt:lpstr>Презентация PowerPoint</vt:lpstr>
      <vt:lpstr>SearXNG</vt:lpstr>
      <vt:lpstr>History</vt:lpstr>
      <vt:lpstr> Instances</vt:lpstr>
      <vt:lpstr>Features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Elegant</dc:title>
  <dc:creator>Mike Komi</dc:creator>
  <dc:description>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</dc:description>
  <cp:lastModifiedBy>Mike Komi</cp:lastModifiedBy>
  <cp:revision>14</cp:revision>
  <dcterms:created xsi:type="dcterms:W3CDTF">2025-03-08T19:54:33Z</dcterms:created>
  <dcterms:modified xsi:type="dcterms:W3CDTF">2025-03-11T06:38:25Z</dcterms:modified>
</cp:coreProperties>
</file>